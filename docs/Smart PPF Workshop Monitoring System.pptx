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embeddedFontLst>
    <p:embeddedFont>
      <p:font typeface="Quattrocento Sans" charset="-122" pitchFamily="34"/>
      <p:regular r:id="rId29"/>
    </p:embeddedFont>
    <p:embeddedFont>
      <p:font typeface="Hedvig Letters Sans" charset="-122" pitchFamily="34"/>
      <p:regular r:id="rId3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font" Target="fonts/font1.fntdata"/><Relationship Id="rId3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webp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io.forbes.com/f407372a7d738ada5c16e9b50b15eff0e0513809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12526" b="1252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0000"/>
                </a:srgbClr>
              </a:gs>
              <a:gs pos="50000">
                <a:srgbClr val="0F172A">
                  <a:alpha val="80000"/>
                </a:srgbClr>
              </a:gs>
              <a:gs pos="100000">
                <a:srgbClr val="3B82F6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517344" y="1234440"/>
            <a:ext cx="5160645" cy="502920"/>
          </a:xfrm>
          <a:custGeom>
            <a:avLst/>
            <a:gdLst/>
            <a:ahLst/>
            <a:cxnLst/>
            <a:rect l="l" t="t" r="r" b="b"/>
            <a:pathLst>
              <a:path w="5160645" h="502920">
                <a:moveTo>
                  <a:pt x="251460" y="0"/>
                </a:moveTo>
                <a:lnTo>
                  <a:pt x="4909185" y="0"/>
                </a:lnTo>
                <a:cubicBezTo>
                  <a:pt x="5048063" y="0"/>
                  <a:pt x="5160645" y="112582"/>
                  <a:pt x="5160645" y="251460"/>
                </a:cubicBezTo>
                <a:lnTo>
                  <a:pt x="5160645" y="251460"/>
                </a:lnTo>
                <a:cubicBezTo>
                  <a:pt x="5160645" y="390338"/>
                  <a:pt x="5048063" y="502920"/>
                  <a:pt x="4909185" y="502920"/>
                </a:cubicBezTo>
                <a:lnTo>
                  <a:pt x="251460" y="502920"/>
                </a:lnTo>
                <a:cubicBezTo>
                  <a:pt x="112675" y="502920"/>
                  <a:pt x="0" y="390245"/>
                  <a:pt x="0" y="251460"/>
                </a:cubicBezTo>
                <a:lnTo>
                  <a:pt x="0" y="251460"/>
                </a:lnTo>
                <a:cubicBezTo>
                  <a:pt x="0" y="112675"/>
                  <a:pt x="112675" y="0"/>
                  <a:pt x="25146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761661" y="13906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6" name="Text 3"/>
          <p:cNvSpPr/>
          <p:nvPr/>
        </p:nvSpPr>
        <p:spPr>
          <a:xfrm>
            <a:off x="4059317" y="1352550"/>
            <a:ext cx="442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spc="68" kern="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IoT-BASED REAL-TIME WORKSHOP TRANSPARENCY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635687" y="2350770"/>
            <a:ext cx="69246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Smart PPF Workshop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Monitoring System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94271" y="4293870"/>
            <a:ext cx="480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 Your Car. Track Progress. Trust the Process.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81375" y="537960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42863"/>
                </a:moveTo>
                <a:cubicBezTo>
                  <a:pt x="88002" y="42863"/>
                  <a:pt x="51256" y="58936"/>
                  <a:pt x="24244" y="85100"/>
                </a:cubicBezTo>
                <a:cubicBezTo>
                  <a:pt x="18574" y="90592"/>
                  <a:pt x="9510" y="90458"/>
                  <a:pt x="4063" y="84787"/>
                </a:cubicBezTo>
                <a:cubicBezTo>
                  <a:pt x="-1384" y="79117"/>
                  <a:pt x="-1295" y="70053"/>
                  <a:pt x="4376" y="64606"/>
                </a:cubicBezTo>
                <a:cubicBezTo>
                  <a:pt x="36478" y="33442"/>
                  <a:pt x="80323" y="14288"/>
                  <a:pt x="128588" y="14288"/>
                </a:cubicBezTo>
                <a:cubicBezTo>
                  <a:pt x="176852" y="14288"/>
                  <a:pt x="220697" y="33442"/>
                  <a:pt x="252844" y="64606"/>
                </a:cubicBezTo>
                <a:cubicBezTo>
                  <a:pt x="258514" y="70098"/>
                  <a:pt x="258648" y="79162"/>
                  <a:pt x="253157" y="84787"/>
                </a:cubicBezTo>
                <a:cubicBezTo>
                  <a:pt x="247665" y="90413"/>
                  <a:pt x="238601" y="90592"/>
                  <a:pt x="232976" y="85100"/>
                </a:cubicBezTo>
                <a:cubicBezTo>
                  <a:pt x="205919" y="58936"/>
                  <a:pt x="169173" y="42863"/>
                  <a:pt x="128588" y="42863"/>
                </a:cubicBezTo>
                <a:close/>
                <a:moveTo>
                  <a:pt x="107156" y="192881"/>
                </a:moveTo>
                <a:cubicBezTo>
                  <a:pt x="107156" y="181053"/>
                  <a:pt x="116759" y="171450"/>
                  <a:pt x="128588" y="171450"/>
                </a:cubicBezTo>
                <a:cubicBezTo>
                  <a:pt x="140416" y="171450"/>
                  <a:pt x="150019" y="181053"/>
                  <a:pt x="150019" y="192881"/>
                </a:cubicBezTo>
                <a:cubicBezTo>
                  <a:pt x="150019" y="204709"/>
                  <a:pt x="140416" y="214313"/>
                  <a:pt x="128588" y="214313"/>
                </a:cubicBezTo>
                <a:cubicBezTo>
                  <a:pt x="116759" y="214313"/>
                  <a:pt x="107156" y="204709"/>
                  <a:pt x="107156" y="192881"/>
                </a:cubicBezTo>
                <a:close/>
                <a:moveTo>
                  <a:pt x="75009" y="145643"/>
                </a:moveTo>
                <a:cubicBezTo>
                  <a:pt x="69786" y="151581"/>
                  <a:pt x="60767" y="152117"/>
                  <a:pt x="54828" y="146893"/>
                </a:cubicBezTo>
                <a:cubicBezTo>
                  <a:pt x="48890" y="141669"/>
                  <a:pt x="48354" y="132651"/>
                  <a:pt x="53578" y="126712"/>
                </a:cubicBezTo>
                <a:cubicBezTo>
                  <a:pt x="71884" y="105995"/>
                  <a:pt x="98718" y="92869"/>
                  <a:pt x="128588" y="92869"/>
                </a:cubicBezTo>
                <a:cubicBezTo>
                  <a:pt x="158457" y="92869"/>
                  <a:pt x="185291" y="105995"/>
                  <a:pt x="203597" y="126712"/>
                </a:cubicBezTo>
                <a:cubicBezTo>
                  <a:pt x="208821" y="132651"/>
                  <a:pt x="208240" y="141669"/>
                  <a:pt x="202347" y="146893"/>
                </a:cubicBezTo>
                <a:cubicBezTo>
                  <a:pt x="196453" y="152117"/>
                  <a:pt x="187389" y="151537"/>
                  <a:pt x="182166" y="145643"/>
                </a:cubicBezTo>
                <a:cubicBezTo>
                  <a:pt x="169039" y="130775"/>
                  <a:pt x="149929" y="121444"/>
                  <a:pt x="128588" y="121444"/>
                </a:cubicBezTo>
                <a:cubicBezTo>
                  <a:pt x="107246" y="121444"/>
                  <a:pt x="88136" y="130775"/>
                  <a:pt x="75009" y="14564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3724275" y="5360551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Streaming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58684" y="53796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5987296" y="5360551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Access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38906" y="53796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7767518" y="5360551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Analytics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1379220" cy="312420"/>
          </a:xfrm>
          <a:custGeom>
            <a:avLst/>
            <a:gdLst/>
            <a:ahLst/>
            <a:cxnLst/>
            <a:rect l="l" t="t" r="r" b="b"/>
            <a:pathLst>
              <a:path w="1379220" h="312420">
                <a:moveTo>
                  <a:pt x="156210" y="0"/>
                </a:moveTo>
                <a:lnTo>
                  <a:pt x="1223010" y="0"/>
                </a:lnTo>
                <a:cubicBezTo>
                  <a:pt x="1309225" y="0"/>
                  <a:pt x="1379220" y="69995"/>
                  <a:pt x="1379220" y="156210"/>
                </a:cubicBezTo>
                <a:lnTo>
                  <a:pt x="1379220" y="156210"/>
                </a:lnTo>
                <a:cubicBezTo>
                  <a:pt x="1379220" y="242425"/>
                  <a:pt x="1309225" y="312420"/>
                  <a:pt x="1223010" y="312420"/>
                </a:cubicBezTo>
                <a:lnTo>
                  <a:pt x="156210" y="312420"/>
                </a:lnTo>
                <a:cubicBezTo>
                  <a:pt x="69938" y="312420"/>
                  <a:pt x="0" y="242482"/>
                  <a:pt x="0" y="156210"/>
                </a:cubicBezTo>
                <a:lnTo>
                  <a:pt x="0" y="156210"/>
                </a:lnTo>
                <a:cubicBezTo>
                  <a:pt x="0" y="69938"/>
                  <a:pt x="69938" y="0"/>
                  <a:pt x="15621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 w="10160">
            <a:solidFill>
              <a:srgbClr val="EF4444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020" y="472440"/>
            <a:ext cx="11381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15340"/>
            <a:ext cx="5238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Problem: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Lack of </a:t>
            </a:r>
            <a:pPr>
              <a:lnSpc>
                <a:spcPct val="100000"/>
              </a:lnSpc>
            </a:pPr>
            <a:r>
              <a:rPr lang="en-US" sz="3600" b="1" dirty="0">
                <a:solidFill>
                  <a:srgbClr val="EF444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2194560"/>
            <a:ext cx="4987290" cy="4272915"/>
          </a:xfrm>
          <a:custGeom>
            <a:avLst/>
            <a:gdLst/>
            <a:ahLst/>
            <a:cxnLst/>
            <a:rect l="l" t="t" r="r" b="b"/>
            <a:pathLst>
              <a:path w="4987290" h="4272915">
                <a:moveTo>
                  <a:pt x="152415" y="0"/>
                </a:moveTo>
                <a:lnTo>
                  <a:pt x="4834875" y="0"/>
                </a:lnTo>
                <a:cubicBezTo>
                  <a:pt x="4919052" y="0"/>
                  <a:pt x="4987290" y="68238"/>
                  <a:pt x="4987290" y="152415"/>
                </a:cubicBezTo>
                <a:lnTo>
                  <a:pt x="4987290" y="4120500"/>
                </a:lnTo>
                <a:cubicBezTo>
                  <a:pt x="4987290" y="4204677"/>
                  <a:pt x="4919052" y="4272915"/>
                  <a:pt x="4834875" y="4272915"/>
                </a:cubicBezTo>
                <a:lnTo>
                  <a:pt x="152415" y="4272915"/>
                </a:lnTo>
                <a:cubicBezTo>
                  <a:pt x="68238" y="4272915"/>
                  <a:pt x="0" y="4204677"/>
                  <a:pt x="0" y="4120500"/>
                </a:cubicBezTo>
                <a:lnTo>
                  <a:pt x="0" y="152415"/>
                </a:lnTo>
                <a:cubicBezTo>
                  <a:pt x="0" y="68238"/>
                  <a:pt x="68238" y="0"/>
                  <a:pt x="15241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EF4444">
                <a:alpha val="30196"/>
              </a:srgbClr>
            </a:solidFill>
            <a:prstDash val="solid"/>
          </a:ln>
        </p:spPr>
      </p:sp>
      <p:pic>
        <p:nvPicPr>
          <p:cNvPr id="6" name="Image 0" descr="https://kimi-web-img.moonshot.cn/img/linvelo.com/661c7784c4dea86d1b516761c507eb7f3fe3c14e.jpg">    </p:cNvPr>
          <p:cNvPicPr>
            <a:picLocks noChangeAspect="1"/>
          </p:cNvPicPr>
          <p:nvPr/>
        </p:nvPicPr>
        <p:blipFill>
          <a:blip r:embed="rId1"/>
          <a:srcRect l="11074" r="11074" t="0" b="0"/>
          <a:stretch/>
        </p:blipFill>
        <p:spPr>
          <a:xfrm>
            <a:off x="396240" y="2202180"/>
            <a:ext cx="4972050" cy="4257675"/>
          </a:xfrm>
          <a:prstGeom prst="roundRect">
            <a:avLst>
              <a:gd name="adj" fmla="val 3579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96240" y="2202180"/>
            <a:ext cx="4972050" cy="4257675"/>
          </a:xfrm>
          <a:custGeom>
            <a:avLst/>
            <a:gdLst/>
            <a:ahLst/>
            <a:cxnLst/>
            <a:rect l="l" t="t" r="r" b="b"/>
            <a:pathLst>
              <a:path w="4972050" h="4257675">
                <a:moveTo>
                  <a:pt x="0" y="0"/>
                </a:moveTo>
                <a:lnTo>
                  <a:pt x="4972050" y="0"/>
                </a:lnTo>
                <a:lnTo>
                  <a:pt x="4972050" y="4257675"/>
                </a:lnTo>
                <a:lnTo>
                  <a:pt x="0" y="425767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628650" y="5307449"/>
            <a:ext cx="4512945" cy="922020"/>
          </a:xfrm>
          <a:custGeom>
            <a:avLst/>
            <a:gdLst/>
            <a:ahLst/>
            <a:cxnLst/>
            <a:rect l="l" t="t" r="r" b="b"/>
            <a:pathLst>
              <a:path w="4512945" h="922020">
                <a:moveTo>
                  <a:pt x="114303" y="0"/>
                </a:moveTo>
                <a:lnTo>
                  <a:pt x="4398642" y="0"/>
                </a:lnTo>
                <a:cubicBezTo>
                  <a:pt x="4461770" y="0"/>
                  <a:pt x="4512945" y="51175"/>
                  <a:pt x="4512945" y="114303"/>
                </a:cubicBezTo>
                <a:lnTo>
                  <a:pt x="4512945" y="807717"/>
                </a:lnTo>
                <a:cubicBezTo>
                  <a:pt x="4512945" y="870845"/>
                  <a:pt x="4461770" y="922020"/>
                  <a:pt x="4398642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0F172A">
              <a:alpha val="90196"/>
            </a:srgbClr>
          </a:solidFill>
          <a:ln w="10160">
            <a:solidFill>
              <a:srgbClr val="EF4444">
                <a:alpha val="5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3435" y="55016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1184910" y="5463660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444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4-6 Hours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4860" y="5844540"/>
            <a:ext cx="427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waiting without visibility into car status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95950" y="384810"/>
            <a:ext cx="6113145" cy="2065020"/>
          </a:xfrm>
          <a:custGeom>
            <a:avLst/>
            <a:gdLst/>
            <a:ahLst/>
            <a:cxnLst/>
            <a:rect l="l" t="t" r="r" b="b"/>
            <a:pathLst>
              <a:path w="6113145" h="2065020">
                <a:moveTo>
                  <a:pt x="152398" y="0"/>
                </a:moveTo>
                <a:lnTo>
                  <a:pt x="5960747" y="0"/>
                </a:lnTo>
                <a:cubicBezTo>
                  <a:pt x="6044914" y="0"/>
                  <a:pt x="6113145" y="68231"/>
                  <a:pt x="6113145" y="152398"/>
                </a:cubicBezTo>
                <a:lnTo>
                  <a:pt x="6113145" y="1912622"/>
                </a:lnTo>
                <a:cubicBezTo>
                  <a:pt x="6113145" y="1996789"/>
                  <a:pt x="6044914" y="2065020"/>
                  <a:pt x="5960747" y="2065020"/>
                </a:cubicBezTo>
                <a:lnTo>
                  <a:pt x="152398" y="2065020"/>
                </a:lnTo>
                <a:cubicBezTo>
                  <a:pt x="68231" y="2065020"/>
                  <a:pt x="0" y="1996789"/>
                  <a:pt x="0" y="191262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90260" y="579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997416" y="68389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280" y="24211"/>
                </a:moveTo>
                <a:cubicBezTo>
                  <a:pt x="12591" y="16207"/>
                  <a:pt x="19924" y="10716"/>
                  <a:pt x="28262" y="10716"/>
                </a:cubicBezTo>
                <a:lnTo>
                  <a:pt x="143455" y="10716"/>
                </a:lnTo>
                <a:cubicBezTo>
                  <a:pt x="151794" y="10716"/>
                  <a:pt x="159127" y="16207"/>
                  <a:pt x="161471" y="24211"/>
                </a:cubicBezTo>
                <a:lnTo>
                  <a:pt x="169307" y="51067"/>
                </a:lnTo>
                <a:cubicBezTo>
                  <a:pt x="173593" y="65700"/>
                  <a:pt x="162576" y="80367"/>
                  <a:pt x="147340" y="80367"/>
                </a:cubicBezTo>
                <a:cubicBezTo>
                  <a:pt x="138533" y="80367"/>
                  <a:pt x="130798" y="75378"/>
                  <a:pt x="126980" y="67944"/>
                </a:cubicBezTo>
                <a:cubicBezTo>
                  <a:pt x="123096" y="75277"/>
                  <a:pt x="115394" y="80367"/>
                  <a:pt x="106420" y="80367"/>
                </a:cubicBezTo>
                <a:cubicBezTo>
                  <a:pt x="97512" y="80367"/>
                  <a:pt x="89777" y="75344"/>
                  <a:pt x="85892" y="67977"/>
                </a:cubicBezTo>
                <a:cubicBezTo>
                  <a:pt x="82008" y="75344"/>
                  <a:pt x="74273" y="80367"/>
                  <a:pt x="65365" y="80367"/>
                </a:cubicBezTo>
                <a:cubicBezTo>
                  <a:pt x="56391" y="80367"/>
                  <a:pt x="48689" y="75311"/>
                  <a:pt x="44805" y="67944"/>
                </a:cubicBezTo>
                <a:cubicBezTo>
                  <a:pt x="40987" y="75344"/>
                  <a:pt x="33252" y="80367"/>
                  <a:pt x="24445" y="80367"/>
                </a:cubicBezTo>
                <a:cubicBezTo>
                  <a:pt x="9175" y="80367"/>
                  <a:pt x="-1808" y="65734"/>
                  <a:pt x="2478" y="51067"/>
                </a:cubicBezTo>
                <a:lnTo>
                  <a:pt x="10280" y="24211"/>
                </a:lnTo>
                <a:close/>
                <a:moveTo>
                  <a:pt x="32281" y="117872"/>
                </a:moveTo>
                <a:lnTo>
                  <a:pt x="139437" y="117872"/>
                </a:lnTo>
                <a:lnTo>
                  <a:pt x="139437" y="95637"/>
                </a:lnTo>
                <a:cubicBezTo>
                  <a:pt x="141982" y="96173"/>
                  <a:pt x="144627" y="96441"/>
                  <a:pt x="147306" y="96441"/>
                </a:cubicBezTo>
                <a:cubicBezTo>
                  <a:pt x="152095" y="96441"/>
                  <a:pt x="156683" y="95570"/>
                  <a:pt x="160868" y="94030"/>
                </a:cubicBezTo>
                <a:lnTo>
                  <a:pt x="160868" y="144661"/>
                </a:lnTo>
                <a:cubicBezTo>
                  <a:pt x="160868" y="153535"/>
                  <a:pt x="153669" y="160734"/>
                  <a:pt x="144795" y="160734"/>
                </a:cubicBezTo>
                <a:lnTo>
                  <a:pt x="26923" y="160734"/>
                </a:lnTo>
                <a:cubicBezTo>
                  <a:pt x="18049" y="160734"/>
                  <a:pt x="10850" y="153535"/>
                  <a:pt x="10850" y="144661"/>
                </a:cubicBezTo>
                <a:lnTo>
                  <a:pt x="10850" y="94030"/>
                </a:lnTo>
                <a:cubicBezTo>
                  <a:pt x="15035" y="95570"/>
                  <a:pt x="19590" y="96441"/>
                  <a:pt x="24412" y="96441"/>
                </a:cubicBezTo>
                <a:cubicBezTo>
                  <a:pt x="27124" y="96441"/>
                  <a:pt x="29736" y="96173"/>
                  <a:pt x="32281" y="95637"/>
                </a:cubicBezTo>
                <a:lnTo>
                  <a:pt x="32281" y="117872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6385560" y="617220"/>
            <a:ext cx="3133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Workshop Owner Challenges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914073" y="115062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6218873" y="1112520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Constant Interruptions: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Customers call every 30 minutes for status updates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914073" y="145542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9" name="Text 16"/>
          <p:cNvSpPr/>
          <p:nvPr/>
        </p:nvSpPr>
        <p:spPr>
          <a:xfrm>
            <a:off x="6218873" y="1417320"/>
            <a:ext cx="505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Pricing Pressure: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Cannot justify premium pricing without transparency proof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14073" y="176022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1" name="Text 18"/>
          <p:cNvSpPr/>
          <p:nvPr/>
        </p:nvSpPr>
        <p:spPr>
          <a:xfrm>
            <a:off x="6218873" y="172212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Loss: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Losing clients to competitors with better communication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914073" y="206502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6218873" y="202692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Staff Overhead: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20% of staff time spent answering "when will it be done?"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695950" y="2609850"/>
            <a:ext cx="6113145" cy="1760220"/>
          </a:xfrm>
          <a:custGeom>
            <a:avLst/>
            <a:gdLst/>
            <a:ahLst/>
            <a:cxnLst/>
            <a:rect l="l" t="t" r="r" b="b"/>
            <a:pathLst>
              <a:path w="6113145" h="1760220">
                <a:moveTo>
                  <a:pt x="152400" y="0"/>
                </a:moveTo>
                <a:lnTo>
                  <a:pt x="5960745" y="0"/>
                </a:lnTo>
                <a:cubicBezTo>
                  <a:pt x="6044913" y="0"/>
                  <a:pt x="6113145" y="68232"/>
                  <a:pt x="6113145" y="152400"/>
                </a:cubicBezTo>
                <a:lnTo>
                  <a:pt x="6113145" y="1607820"/>
                </a:lnTo>
                <a:cubicBezTo>
                  <a:pt x="6113145" y="1691988"/>
                  <a:pt x="6044913" y="1760220"/>
                  <a:pt x="5960745" y="1760220"/>
                </a:cubicBezTo>
                <a:lnTo>
                  <a:pt x="152400" y="1760220"/>
                </a:lnTo>
                <a:cubicBezTo>
                  <a:pt x="68232" y="1760220"/>
                  <a:pt x="0" y="1691988"/>
                  <a:pt x="0" y="160782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90260" y="2804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986701" y="290893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21431" y="42863"/>
                </a:moveTo>
                <a:cubicBezTo>
                  <a:pt x="21431" y="22163"/>
                  <a:pt x="38237" y="5358"/>
                  <a:pt x="58936" y="5358"/>
                </a:cubicBezTo>
                <a:cubicBezTo>
                  <a:pt x="79635" y="5358"/>
                  <a:pt x="96441" y="22163"/>
                  <a:pt x="96441" y="42862"/>
                </a:cubicBezTo>
                <a:cubicBezTo>
                  <a:pt x="96441" y="63562"/>
                  <a:pt x="79635" y="80367"/>
                  <a:pt x="58936" y="80367"/>
                </a:cubicBezTo>
                <a:cubicBezTo>
                  <a:pt x="38237" y="80367"/>
                  <a:pt x="21431" y="63562"/>
                  <a:pt x="21431" y="42863"/>
                </a:cubicBezTo>
                <a:close/>
                <a:moveTo>
                  <a:pt x="0" y="155377"/>
                </a:moveTo>
                <a:cubicBezTo>
                  <a:pt x="0" y="122828"/>
                  <a:pt x="26387" y="96441"/>
                  <a:pt x="58936" y="96441"/>
                </a:cubicBezTo>
                <a:cubicBezTo>
                  <a:pt x="91485" y="96441"/>
                  <a:pt x="117872" y="122828"/>
                  <a:pt x="117872" y="155377"/>
                </a:cubicBezTo>
                <a:lnTo>
                  <a:pt x="117872" y="157386"/>
                </a:lnTo>
                <a:cubicBezTo>
                  <a:pt x="117872" y="165155"/>
                  <a:pt x="111576" y="171450"/>
                  <a:pt x="103808" y="171450"/>
                </a:cubicBezTo>
                <a:lnTo>
                  <a:pt x="14064" y="171450"/>
                </a:lnTo>
                <a:cubicBezTo>
                  <a:pt x="6295" y="171450"/>
                  <a:pt x="0" y="165155"/>
                  <a:pt x="0" y="157386"/>
                </a:cubicBezTo>
                <a:lnTo>
                  <a:pt x="0" y="155377"/>
                </a:lnTo>
                <a:close/>
                <a:moveTo>
                  <a:pt x="144661" y="21431"/>
                </a:moveTo>
                <a:cubicBezTo>
                  <a:pt x="162403" y="21431"/>
                  <a:pt x="176808" y="35836"/>
                  <a:pt x="176808" y="53578"/>
                </a:cubicBezTo>
                <a:cubicBezTo>
                  <a:pt x="176808" y="71320"/>
                  <a:pt x="162403" y="85725"/>
                  <a:pt x="144661" y="85725"/>
                </a:cubicBezTo>
                <a:cubicBezTo>
                  <a:pt x="126919" y="85725"/>
                  <a:pt x="112514" y="71320"/>
                  <a:pt x="112514" y="53578"/>
                </a:cubicBezTo>
                <a:cubicBezTo>
                  <a:pt x="112514" y="35836"/>
                  <a:pt x="126919" y="21431"/>
                  <a:pt x="144661" y="21431"/>
                </a:cubicBezTo>
                <a:close/>
                <a:moveTo>
                  <a:pt x="144661" y="101798"/>
                </a:moveTo>
                <a:cubicBezTo>
                  <a:pt x="171283" y="101798"/>
                  <a:pt x="192881" y="123397"/>
                  <a:pt x="192881" y="150019"/>
                </a:cubicBezTo>
                <a:lnTo>
                  <a:pt x="192881" y="157520"/>
                </a:lnTo>
                <a:cubicBezTo>
                  <a:pt x="192881" y="165222"/>
                  <a:pt x="186653" y="171450"/>
                  <a:pt x="178951" y="171450"/>
                </a:cubicBezTo>
                <a:lnTo>
                  <a:pt x="130463" y="171450"/>
                </a:lnTo>
                <a:cubicBezTo>
                  <a:pt x="132673" y="167264"/>
                  <a:pt x="133945" y="162476"/>
                  <a:pt x="133945" y="157386"/>
                </a:cubicBezTo>
                <a:lnTo>
                  <a:pt x="133945" y="155377"/>
                </a:lnTo>
                <a:cubicBezTo>
                  <a:pt x="133945" y="138131"/>
                  <a:pt x="128119" y="122259"/>
                  <a:pt x="118374" y="109601"/>
                </a:cubicBezTo>
                <a:cubicBezTo>
                  <a:pt x="125942" y="104678"/>
                  <a:pt x="134983" y="101798"/>
                  <a:pt x="144661" y="101798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6385560" y="284226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Customer Pain Points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914073" y="337566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9" name="Text 26"/>
          <p:cNvSpPr/>
          <p:nvPr/>
        </p:nvSpPr>
        <p:spPr>
          <a:xfrm>
            <a:off x="6218873" y="3337560"/>
            <a:ext cx="3762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visibility into car's status during modification process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914073" y="368046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6218873" y="3642360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Anxiety about work quality and technician expertise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914073" y="398526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3" name="Text 30"/>
          <p:cNvSpPr/>
          <p:nvPr/>
        </p:nvSpPr>
        <p:spPr>
          <a:xfrm>
            <a:off x="6218873" y="3947160"/>
            <a:ext cx="3914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Unclear estimated completion times and progress updates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610" y="384810"/>
            <a:ext cx="1293495" cy="312420"/>
          </a:xfrm>
          <a:custGeom>
            <a:avLst/>
            <a:gdLst/>
            <a:ahLst/>
            <a:cxnLst/>
            <a:rect l="l" t="t" r="r" b="b"/>
            <a:pathLst>
              <a:path w="1293495" h="312420">
                <a:moveTo>
                  <a:pt x="156210" y="0"/>
                </a:moveTo>
                <a:lnTo>
                  <a:pt x="1137285" y="0"/>
                </a:lnTo>
                <a:cubicBezTo>
                  <a:pt x="1223500" y="0"/>
                  <a:pt x="1293495" y="69995"/>
                  <a:pt x="1293495" y="156210"/>
                </a:cubicBezTo>
                <a:lnTo>
                  <a:pt x="1293495" y="156210"/>
                </a:lnTo>
                <a:cubicBezTo>
                  <a:pt x="1293495" y="242425"/>
                  <a:pt x="1223500" y="312420"/>
                  <a:pt x="1137285" y="312420"/>
                </a:cubicBezTo>
                <a:lnTo>
                  <a:pt x="156210" y="312420"/>
                </a:lnTo>
                <a:cubicBezTo>
                  <a:pt x="69938" y="312420"/>
                  <a:pt x="0" y="242482"/>
                  <a:pt x="0" y="156210"/>
                </a:cubicBezTo>
                <a:lnTo>
                  <a:pt x="0" y="156210"/>
                </a:lnTo>
                <a:cubicBezTo>
                  <a:pt x="0" y="69938"/>
                  <a:pt x="69938" y="0"/>
                  <a:pt x="15621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72483" y="472440"/>
            <a:ext cx="10470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spc="53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66700" y="81534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Real-Time Workshop </a:t>
            </a:r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390775" y="1386840"/>
            <a:ext cx="74104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IoT-powered transparency that transforms customer experience and workshop operations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84420" y="3032760"/>
            <a:ext cx="2425065" cy="2425065"/>
          </a:xfrm>
          <a:custGeom>
            <a:avLst/>
            <a:gdLst/>
            <a:ahLst/>
            <a:cxnLst/>
            <a:rect l="l" t="t" r="r" b="b"/>
            <a:pathLst>
              <a:path w="2425065" h="2425065">
                <a:moveTo>
                  <a:pt x="1212533" y="0"/>
                </a:moveTo>
                <a:lnTo>
                  <a:pt x="1212533" y="0"/>
                </a:lnTo>
                <a:cubicBezTo>
                  <a:pt x="1881747" y="0"/>
                  <a:pt x="2425065" y="543318"/>
                  <a:pt x="2425065" y="1212533"/>
                </a:cubicBezTo>
                <a:lnTo>
                  <a:pt x="2425065" y="1212533"/>
                </a:lnTo>
                <a:cubicBezTo>
                  <a:pt x="2425065" y="1881747"/>
                  <a:pt x="1881747" y="2425065"/>
                  <a:pt x="1212533" y="2425065"/>
                </a:cubicBezTo>
                <a:lnTo>
                  <a:pt x="1212533" y="2425065"/>
                </a:lnTo>
                <a:cubicBezTo>
                  <a:pt x="543318" y="2425065"/>
                  <a:pt x="0" y="1881747"/>
                  <a:pt x="0" y="1212533"/>
                </a:cubicBezTo>
                <a:lnTo>
                  <a:pt x="0" y="1212533"/>
                </a:lnTo>
                <a:cubicBezTo>
                  <a:pt x="0" y="543318"/>
                  <a:pt x="543318" y="0"/>
                  <a:pt x="121253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06B6D4">
                  <a:alpha val="20000"/>
                </a:srgbClr>
              </a:gs>
            </a:gsLst>
            <a:lin ang="2700000" scaled="1"/>
          </a:gradFill>
          <a:ln w="20320">
            <a:solidFill>
              <a:srgbClr val="3B82F6">
                <a:alpha val="50196"/>
              </a:srgbClr>
            </a:solidFill>
            <a:prstDash val="solid"/>
          </a:ln>
          <a:effectLst>
            <a:outerShdw sx="100000" sy="100000" kx="0" ky="0" algn="bl" rotWithShape="0" blurRad="190500" dist="50800" dir="2700000">
              <a:srgbClr val="3b82f6">
                <a:alpha val="3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38825" y="369189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0" y="300038"/>
                </a:moveTo>
                <a:cubicBezTo>
                  <a:pt x="0" y="371029"/>
                  <a:pt x="57596" y="428625"/>
                  <a:pt x="128588" y="428625"/>
                </a:cubicBezTo>
                <a:lnTo>
                  <a:pt x="400050" y="428625"/>
                </a:lnTo>
                <a:cubicBezTo>
                  <a:pt x="463183" y="428625"/>
                  <a:pt x="514350" y="377458"/>
                  <a:pt x="514350" y="314325"/>
                </a:cubicBezTo>
                <a:cubicBezTo>
                  <a:pt x="514350" y="268248"/>
                  <a:pt x="487114" y="228511"/>
                  <a:pt x="447824" y="210473"/>
                </a:cubicBezTo>
                <a:cubicBezTo>
                  <a:pt x="453807" y="198775"/>
                  <a:pt x="457200" y="185470"/>
                  <a:pt x="457200" y="171450"/>
                </a:cubicBezTo>
                <a:cubicBezTo>
                  <a:pt x="457200" y="124123"/>
                  <a:pt x="418802" y="85725"/>
                  <a:pt x="371475" y="85725"/>
                </a:cubicBezTo>
                <a:cubicBezTo>
                  <a:pt x="355669" y="85725"/>
                  <a:pt x="340935" y="90011"/>
                  <a:pt x="328255" y="97423"/>
                </a:cubicBezTo>
                <a:cubicBezTo>
                  <a:pt x="306735" y="56525"/>
                  <a:pt x="263783" y="28575"/>
                  <a:pt x="214313" y="28575"/>
                </a:cubicBezTo>
                <a:cubicBezTo>
                  <a:pt x="143321" y="28575"/>
                  <a:pt x="85725" y="86171"/>
                  <a:pt x="85725" y="157163"/>
                </a:cubicBezTo>
                <a:cubicBezTo>
                  <a:pt x="85725" y="164306"/>
                  <a:pt x="86350" y="171361"/>
                  <a:pt x="87422" y="178147"/>
                </a:cubicBezTo>
                <a:cubicBezTo>
                  <a:pt x="36612" y="195292"/>
                  <a:pt x="0" y="243423"/>
                  <a:pt x="0" y="30003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392817" y="426339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Cloud 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02342" y="456819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Stream +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28210" y="2305050"/>
            <a:ext cx="2731770" cy="1150620"/>
          </a:xfrm>
          <a:custGeom>
            <a:avLst/>
            <a:gdLst/>
            <a:ahLst/>
            <a:cxnLst/>
            <a:rect l="l" t="t" r="r" b="b"/>
            <a:pathLst>
              <a:path w="2731770" h="1150620">
                <a:moveTo>
                  <a:pt x="152400" y="0"/>
                </a:moveTo>
                <a:lnTo>
                  <a:pt x="2579370" y="0"/>
                </a:lnTo>
                <a:cubicBezTo>
                  <a:pt x="2663538" y="0"/>
                  <a:pt x="2731770" y="68232"/>
                  <a:pt x="2731770" y="152400"/>
                </a:cubicBezTo>
                <a:lnTo>
                  <a:pt x="2731770" y="998220"/>
                </a:lnTo>
                <a:cubicBezTo>
                  <a:pt x="2731770" y="1082332"/>
                  <a:pt x="2663482" y="1150620"/>
                  <a:pt x="2579370" y="1150620"/>
                </a:cubicBezTo>
                <a:lnTo>
                  <a:pt x="152400" y="1150620"/>
                </a:lnTo>
                <a:cubicBezTo>
                  <a:pt x="68232" y="1150620"/>
                  <a:pt x="0" y="1082388"/>
                  <a:pt x="0" y="99822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3B82F6">
                <a:alpha val="50196"/>
              </a:srgbClr>
            </a:solidFill>
            <a:prstDash val="solid"/>
          </a:ln>
          <a:effectLst>
            <a:outerShdw sx="100000" sy="100000" kx="0" ky="0" algn="bl" rotWithShape="0" blurRad="190500" dist="50800" dir="2700000">
              <a:srgbClr val="3b82f6">
                <a:alpha val="3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41570" y="259461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284470" y="2461260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Customer Device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84470" y="2727960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 / Laptop / Tablet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48288" y="310896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28575"/>
                </a:moveTo>
                <a:cubicBezTo>
                  <a:pt x="58668" y="28575"/>
                  <a:pt x="34171" y="39291"/>
                  <a:pt x="16163" y="56733"/>
                </a:cubicBezTo>
                <a:cubicBezTo>
                  <a:pt x="12383" y="60394"/>
                  <a:pt x="6340" y="60305"/>
                  <a:pt x="2709" y="56525"/>
                </a:cubicBezTo>
                <a:cubicBezTo>
                  <a:pt x="-923" y="52745"/>
                  <a:pt x="-863" y="46702"/>
                  <a:pt x="2917" y="43071"/>
                </a:cubicBezTo>
                <a:cubicBezTo>
                  <a:pt x="24319" y="22294"/>
                  <a:pt x="53548" y="9525"/>
                  <a:pt x="85725" y="9525"/>
                </a:cubicBezTo>
                <a:cubicBezTo>
                  <a:pt x="117902" y="9525"/>
                  <a:pt x="147131" y="22294"/>
                  <a:pt x="168563" y="43071"/>
                </a:cubicBezTo>
                <a:cubicBezTo>
                  <a:pt x="172343" y="46732"/>
                  <a:pt x="172432" y="52774"/>
                  <a:pt x="168771" y="56525"/>
                </a:cubicBezTo>
                <a:cubicBezTo>
                  <a:pt x="165110" y="60275"/>
                  <a:pt x="159068" y="60394"/>
                  <a:pt x="155317" y="56733"/>
                </a:cubicBezTo>
                <a:cubicBezTo>
                  <a:pt x="137279" y="39291"/>
                  <a:pt x="112782" y="28575"/>
                  <a:pt x="85725" y="28575"/>
                </a:cubicBezTo>
                <a:close/>
                <a:moveTo>
                  <a:pt x="71438" y="128588"/>
                </a:moveTo>
                <a:cubicBezTo>
                  <a:pt x="71438" y="120702"/>
                  <a:pt x="77840" y="114300"/>
                  <a:pt x="85725" y="114300"/>
                </a:cubicBezTo>
                <a:cubicBezTo>
                  <a:pt x="93610" y="114300"/>
                  <a:pt x="100013" y="120702"/>
                  <a:pt x="100013" y="128588"/>
                </a:cubicBezTo>
                <a:cubicBezTo>
                  <a:pt x="100013" y="136473"/>
                  <a:pt x="93610" y="142875"/>
                  <a:pt x="85725" y="142875"/>
                </a:cubicBezTo>
                <a:cubicBezTo>
                  <a:pt x="77840" y="142875"/>
                  <a:pt x="71438" y="136473"/>
                  <a:pt x="71438" y="128588"/>
                </a:cubicBezTo>
                <a:close/>
                <a:moveTo>
                  <a:pt x="50006" y="97095"/>
                </a:moveTo>
                <a:cubicBezTo>
                  <a:pt x="46524" y="101054"/>
                  <a:pt x="40511" y="101411"/>
                  <a:pt x="36552" y="97929"/>
                </a:cubicBezTo>
                <a:cubicBezTo>
                  <a:pt x="32593" y="94446"/>
                  <a:pt x="32236" y="88434"/>
                  <a:pt x="35719" y="84475"/>
                </a:cubicBezTo>
                <a:cubicBezTo>
                  <a:pt x="47923" y="70664"/>
                  <a:pt x="65812" y="61912"/>
                  <a:pt x="85725" y="61912"/>
                </a:cubicBezTo>
                <a:cubicBezTo>
                  <a:pt x="105638" y="61912"/>
                  <a:pt x="123527" y="70664"/>
                  <a:pt x="135731" y="84475"/>
                </a:cubicBezTo>
                <a:cubicBezTo>
                  <a:pt x="139214" y="88434"/>
                  <a:pt x="138827" y="94446"/>
                  <a:pt x="134898" y="97929"/>
                </a:cubicBezTo>
                <a:cubicBezTo>
                  <a:pt x="130969" y="101411"/>
                  <a:pt x="124926" y="101025"/>
                  <a:pt x="121444" y="97095"/>
                </a:cubicBezTo>
                <a:cubicBezTo>
                  <a:pt x="112693" y="87184"/>
                  <a:pt x="99953" y="80962"/>
                  <a:pt x="85725" y="80962"/>
                </a:cubicBezTo>
                <a:cubicBezTo>
                  <a:pt x="71497" y="80962"/>
                  <a:pt x="58757" y="87184"/>
                  <a:pt x="50006" y="9709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605463" y="307086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Connection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5810" y="5033010"/>
            <a:ext cx="3036570" cy="1150620"/>
          </a:xfrm>
          <a:custGeom>
            <a:avLst/>
            <a:gdLst/>
            <a:ahLst/>
            <a:cxnLst/>
            <a:rect l="l" t="t" r="r" b="b"/>
            <a:pathLst>
              <a:path w="3036570" h="1150620">
                <a:moveTo>
                  <a:pt x="152400" y="0"/>
                </a:moveTo>
                <a:lnTo>
                  <a:pt x="2884170" y="0"/>
                </a:lnTo>
                <a:cubicBezTo>
                  <a:pt x="2968338" y="0"/>
                  <a:pt x="3036570" y="68232"/>
                  <a:pt x="3036570" y="152400"/>
                </a:cubicBezTo>
                <a:lnTo>
                  <a:pt x="3036570" y="998220"/>
                </a:lnTo>
                <a:cubicBezTo>
                  <a:pt x="3036570" y="1082332"/>
                  <a:pt x="2968282" y="1150620"/>
                  <a:pt x="2884170" y="1150620"/>
                </a:cubicBezTo>
                <a:lnTo>
                  <a:pt x="152400" y="1150620"/>
                </a:lnTo>
                <a:cubicBezTo>
                  <a:pt x="68232" y="1150620"/>
                  <a:pt x="0" y="1082388"/>
                  <a:pt x="0" y="99822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06B6D4">
                <a:alpha val="50196"/>
              </a:srgbClr>
            </a:solidFill>
            <a:prstDash val="solid"/>
          </a:ln>
          <a:effectLst>
            <a:outerShdw sx="100000" sy="100000" kx="0" ky="0" algn="bl" rotWithShape="0" blurRad="190500" dist="50800" dir="2700000">
              <a:srgbClr val="06b6d4">
                <a:alpha val="3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46308" y="532257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63445"/>
                </a:move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cubicBezTo>
                  <a:pt x="22190" y="228600"/>
                  <a:pt x="28575" y="222215"/>
                  <a:pt x="28575" y="214313"/>
                </a:cubicBezTo>
                <a:lnTo>
                  <a:pt x="28575" y="107156"/>
                </a:lnTo>
                <a:cubicBezTo>
                  <a:pt x="28575" y="99253"/>
                  <a:pt x="34960" y="92869"/>
                  <a:pt x="42863" y="92869"/>
                </a:cubicBezTo>
                <a:lnTo>
                  <a:pt x="214313" y="92869"/>
                </a:lnTo>
                <a:cubicBezTo>
                  <a:pt x="222215" y="92869"/>
                  <a:pt x="228600" y="99253"/>
                  <a:pt x="228600" y="107156"/>
                </a:cubicBezTo>
                <a:lnTo>
                  <a:pt x="228600" y="214313"/>
                </a:lnTo>
                <a:cubicBezTo>
                  <a:pt x="228600" y="222215"/>
                  <a:pt x="234985" y="228600"/>
                  <a:pt x="242888" y="228600"/>
                </a:cubicBezTo>
                <a:cubicBezTo>
                  <a:pt x="250790" y="228600"/>
                  <a:pt x="257175" y="222215"/>
                  <a:pt x="257175" y="214313"/>
                </a:cubicBezTo>
                <a:lnTo>
                  <a:pt x="257175" y="63445"/>
                </a:lnTo>
                <a:cubicBezTo>
                  <a:pt x="257175" y="51167"/>
                  <a:pt x="249317" y="40228"/>
                  <a:pt x="237619" y="36344"/>
                </a:cubicBezTo>
                <a:lnTo>
                  <a:pt x="135374" y="2277"/>
                </a:lnTo>
                <a:cubicBezTo>
                  <a:pt x="130954" y="804"/>
                  <a:pt x="126221" y="804"/>
                  <a:pt x="121801" y="2277"/>
                </a:cubicBezTo>
                <a:lnTo>
                  <a:pt x="19556" y="36344"/>
                </a:lnTo>
                <a:cubicBezTo>
                  <a:pt x="7858" y="40228"/>
                  <a:pt x="0" y="51167"/>
                  <a:pt x="0" y="63445"/>
                </a:cubicBezTo>
                <a:close/>
                <a:moveTo>
                  <a:pt x="207169" y="114300"/>
                </a:moveTo>
                <a:lnTo>
                  <a:pt x="50006" y="114300"/>
                </a:lnTo>
                <a:lnTo>
                  <a:pt x="50006" y="142875"/>
                </a:lnTo>
                <a:lnTo>
                  <a:pt x="207169" y="142875"/>
                </a:lnTo>
                <a:lnTo>
                  <a:pt x="207169" y="114300"/>
                </a:lnTo>
                <a:close/>
                <a:moveTo>
                  <a:pt x="50006" y="185738"/>
                </a:moveTo>
                <a:lnTo>
                  <a:pt x="207169" y="185738"/>
                </a:lnTo>
                <a:lnTo>
                  <a:pt x="207169" y="157163"/>
                </a:lnTo>
                <a:lnTo>
                  <a:pt x="50006" y="157163"/>
                </a:lnTo>
                <a:lnTo>
                  <a:pt x="50006" y="185738"/>
                </a:lnTo>
                <a:close/>
                <a:moveTo>
                  <a:pt x="207169" y="200025"/>
                </a:moveTo>
                <a:lnTo>
                  <a:pt x="50006" y="200025"/>
                </a:lnTo>
                <a:lnTo>
                  <a:pt x="50006" y="228600"/>
                </a:lnTo>
                <a:lnTo>
                  <a:pt x="207169" y="228600"/>
                </a:lnTo>
                <a:lnTo>
                  <a:pt x="207169" y="200025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5132070" y="5189220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Workshop Pit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32070" y="5455920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 + Camera + Sensors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75434" y="58369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66675"/>
                </a:moveTo>
                <a:lnTo>
                  <a:pt x="0" y="123825"/>
                </a:lnTo>
                <a:cubicBezTo>
                  <a:pt x="0" y="129094"/>
                  <a:pt x="4256" y="133350"/>
                  <a:pt x="9525" y="133350"/>
                </a:cubicBezTo>
                <a:lnTo>
                  <a:pt x="19050" y="133350"/>
                </a:lnTo>
                <a:lnTo>
                  <a:pt x="19050" y="102394"/>
                </a:lnTo>
                <a:cubicBezTo>
                  <a:pt x="19050" y="98435"/>
                  <a:pt x="22235" y="95250"/>
                  <a:pt x="26194" y="95250"/>
                </a:cubicBezTo>
                <a:cubicBezTo>
                  <a:pt x="30153" y="95250"/>
                  <a:pt x="33338" y="98435"/>
                  <a:pt x="33338" y="102394"/>
                </a:cubicBezTo>
                <a:lnTo>
                  <a:pt x="33338" y="133350"/>
                </a:lnTo>
                <a:lnTo>
                  <a:pt x="52388" y="133350"/>
                </a:lnTo>
                <a:lnTo>
                  <a:pt x="52388" y="102394"/>
                </a:lnTo>
                <a:cubicBezTo>
                  <a:pt x="52388" y="98435"/>
                  <a:pt x="55572" y="95250"/>
                  <a:pt x="59531" y="95250"/>
                </a:cubicBezTo>
                <a:cubicBezTo>
                  <a:pt x="63490" y="95250"/>
                  <a:pt x="66675" y="98435"/>
                  <a:pt x="66675" y="102394"/>
                </a:cubicBezTo>
                <a:lnTo>
                  <a:pt x="66675" y="133350"/>
                </a:lnTo>
                <a:lnTo>
                  <a:pt x="85725" y="133350"/>
                </a:lnTo>
                <a:lnTo>
                  <a:pt x="85725" y="102394"/>
                </a:lnTo>
                <a:cubicBezTo>
                  <a:pt x="85725" y="98435"/>
                  <a:pt x="88910" y="95250"/>
                  <a:pt x="92869" y="95250"/>
                </a:cubicBezTo>
                <a:cubicBezTo>
                  <a:pt x="96828" y="95250"/>
                  <a:pt x="100013" y="98435"/>
                  <a:pt x="100013" y="102394"/>
                </a:cubicBezTo>
                <a:lnTo>
                  <a:pt x="100013" y="133350"/>
                </a:lnTo>
                <a:lnTo>
                  <a:pt x="119062" y="133350"/>
                </a:lnTo>
                <a:lnTo>
                  <a:pt x="119062" y="102394"/>
                </a:lnTo>
                <a:cubicBezTo>
                  <a:pt x="119062" y="98435"/>
                  <a:pt x="122247" y="95250"/>
                  <a:pt x="126206" y="95250"/>
                </a:cubicBezTo>
                <a:cubicBezTo>
                  <a:pt x="130165" y="95250"/>
                  <a:pt x="133350" y="98435"/>
                  <a:pt x="133350" y="102394"/>
                </a:cubicBezTo>
                <a:lnTo>
                  <a:pt x="133350" y="133350"/>
                </a:ln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lnTo>
                  <a:pt x="152400" y="66675"/>
                </a:lnTo>
                <a:cubicBezTo>
                  <a:pt x="152400" y="61406"/>
                  <a:pt x="148144" y="57150"/>
                  <a:pt x="142875" y="57150"/>
                </a:cubicBezTo>
                <a:lnTo>
                  <a:pt x="133350" y="57150"/>
                </a:lnTo>
                <a:lnTo>
                  <a:pt x="133350" y="47625"/>
                </a:lnTo>
                <a:cubicBezTo>
                  <a:pt x="133350" y="42356"/>
                  <a:pt x="129094" y="38100"/>
                  <a:pt x="123825" y="38100"/>
                </a:cubicBezTo>
                <a:lnTo>
                  <a:pt x="114300" y="38100"/>
                </a:lnTo>
                <a:lnTo>
                  <a:pt x="114300" y="28575"/>
                </a:lnTo>
                <a:cubicBezTo>
                  <a:pt x="114300" y="23306"/>
                  <a:pt x="110044" y="19050"/>
                  <a:pt x="104775" y="19050"/>
                </a:cubicBezTo>
                <a:lnTo>
                  <a:pt x="47625" y="19050"/>
                </a:lnTo>
                <a:cubicBezTo>
                  <a:pt x="42356" y="19050"/>
                  <a:pt x="38100" y="23306"/>
                  <a:pt x="38100" y="28575"/>
                </a:cubicBezTo>
                <a:lnTo>
                  <a:pt x="38100" y="38100"/>
                </a:lnTo>
                <a:lnTo>
                  <a:pt x="28575" y="38100"/>
                </a:lnTo>
                <a:cubicBezTo>
                  <a:pt x="23306" y="38100"/>
                  <a:pt x="19050" y="42356"/>
                  <a:pt x="19050" y="47625"/>
                </a:cubicBezTo>
                <a:lnTo>
                  <a:pt x="19050" y="57150"/>
                </a:lnTo>
                <a:lnTo>
                  <a:pt x="9525" y="57150"/>
                </a:lnTo>
                <a:cubicBezTo>
                  <a:pt x="4256" y="57150"/>
                  <a:pt x="0" y="61406"/>
                  <a:pt x="0" y="6667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084" y="5798820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Wired Connection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7210" y="3630930"/>
            <a:ext cx="2731770" cy="1226820"/>
          </a:xfrm>
          <a:custGeom>
            <a:avLst/>
            <a:gdLst/>
            <a:ahLst/>
            <a:cxnLst/>
            <a:rect l="l" t="t" r="r" b="b"/>
            <a:pathLst>
              <a:path w="2731770" h="1226820">
                <a:moveTo>
                  <a:pt x="152396" y="0"/>
                </a:moveTo>
                <a:lnTo>
                  <a:pt x="2579374" y="0"/>
                </a:lnTo>
                <a:cubicBezTo>
                  <a:pt x="2663484" y="0"/>
                  <a:pt x="2731770" y="68286"/>
                  <a:pt x="2731770" y="152396"/>
                </a:cubicBezTo>
                <a:lnTo>
                  <a:pt x="2731770" y="1074424"/>
                </a:lnTo>
                <a:cubicBezTo>
                  <a:pt x="2731770" y="1158590"/>
                  <a:pt x="2663540" y="1226820"/>
                  <a:pt x="2579374" y="1226820"/>
                </a:cubicBezTo>
                <a:lnTo>
                  <a:pt x="152396" y="1226820"/>
                </a:lnTo>
                <a:cubicBezTo>
                  <a:pt x="68286" y="1226820"/>
                  <a:pt x="0" y="1158534"/>
                  <a:pt x="0" y="107442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3420" y="37871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89861" y="389191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21431"/>
                </a:moveTo>
                <a:cubicBezTo>
                  <a:pt x="20326" y="21431"/>
                  <a:pt x="10716" y="31042"/>
                  <a:pt x="10716" y="42863"/>
                </a:cubicBezTo>
                <a:lnTo>
                  <a:pt x="10716" y="128588"/>
                </a:lnTo>
                <a:cubicBezTo>
                  <a:pt x="10716" y="140408"/>
                  <a:pt x="20326" y="150019"/>
                  <a:pt x="32147" y="150019"/>
                </a:cubicBezTo>
                <a:lnTo>
                  <a:pt x="117872" y="150019"/>
                </a:lnTo>
                <a:cubicBezTo>
                  <a:pt x="129693" y="150019"/>
                  <a:pt x="139303" y="140408"/>
                  <a:pt x="139303" y="128588"/>
                </a:cubicBezTo>
                <a:lnTo>
                  <a:pt x="139303" y="42863"/>
                </a:lnTo>
                <a:cubicBezTo>
                  <a:pt x="139303" y="31042"/>
                  <a:pt x="129693" y="21431"/>
                  <a:pt x="117872" y="21431"/>
                </a:cubicBezTo>
                <a:lnTo>
                  <a:pt x="32147" y="21431"/>
                </a:lnTo>
                <a:close/>
                <a:moveTo>
                  <a:pt x="155377" y="112514"/>
                </a:moveTo>
                <a:lnTo>
                  <a:pt x="179989" y="132204"/>
                </a:lnTo>
                <a:cubicBezTo>
                  <a:pt x="181395" y="133343"/>
                  <a:pt x="183137" y="133945"/>
                  <a:pt x="184945" y="133945"/>
                </a:cubicBezTo>
                <a:cubicBezTo>
                  <a:pt x="189332" y="133945"/>
                  <a:pt x="192881" y="130396"/>
                  <a:pt x="192881" y="126009"/>
                </a:cubicBezTo>
                <a:lnTo>
                  <a:pt x="192881" y="45441"/>
                </a:lnTo>
                <a:cubicBezTo>
                  <a:pt x="192881" y="41054"/>
                  <a:pt x="189332" y="37505"/>
                  <a:pt x="184945" y="37505"/>
                </a:cubicBezTo>
                <a:cubicBezTo>
                  <a:pt x="183137" y="37505"/>
                  <a:pt x="181395" y="38107"/>
                  <a:pt x="179989" y="39246"/>
                </a:cubicBezTo>
                <a:lnTo>
                  <a:pt x="155377" y="58936"/>
                </a:lnTo>
                <a:lnTo>
                  <a:pt x="155377" y="11251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3844290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Live Video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3420" y="4244340"/>
            <a:ext cx="2495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Watch your car in real-time from anywhere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919210" y="2305050"/>
            <a:ext cx="2731770" cy="1226820"/>
          </a:xfrm>
          <a:custGeom>
            <a:avLst/>
            <a:gdLst/>
            <a:ahLst/>
            <a:cxnLst/>
            <a:rect l="l" t="t" r="r" b="b"/>
            <a:pathLst>
              <a:path w="2731770" h="1226820">
                <a:moveTo>
                  <a:pt x="152396" y="0"/>
                </a:moveTo>
                <a:lnTo>
                  <a:pt x="2579374" y="0"/>
                </a:lnTo>
                <a:cubicBezTo>
                  <a:pt x="2663484" y="0"/>
                  <a:pt x="2731770" y="68286"/>
                  <a:pt x="2731770" y="152396"/>
                </a:cubicBezTo>
                <a:lnTo>
                  <a:pt x="2731770" y="1074424"/>
                </a:lnTo>
                <a:cubicBezTo>
                  <a:pt x="2731770" y="1158590"/>
                  <a:pt x="2663540" y="1226820"/>
                  <a:pt x="2579374" y="1226820"/>
                </a:cubicBezTo>
                <a:lnTo>
                  <a:pt x="152396" y="1226820"/>
                </a:lnTo>
                <a:cubicBezTo>
                  <a:pt x="68286" y="1226820"/>
                  <a:pt x="0" y="1158534"/>
                  <a:pt x="0" y="107442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75420" y="24612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214723" y="2566035"/>
            <a:ext cx="107156" cy="171450"/>
          </a:xfrm>
          <a:custGeom>
            <a:avLst/>
            <a:gdLst/>
            <a:ahLst/>
            <a:cxnLst/>
            <a:rect l="l" t="t" r="r" b="b"/>
            <a:pathLst>
              <a:path w="107156" h="171450">
                <a:moveTo>
                  <a:pt x="53578" y="0"/>
                </a:moveTo>
                <a:cubicBezTo>
                  <a:pt x="35830" y="0"/>
                  <a:pt x="21431" y="14399"/>
                  <a:pt x="21431" y="32147"/>
                </a:cubicBezTo>
                <a:lnTo>
                  <a:pt x="21431" y="87299"/>
                </a:lnTo>
                <a:cubicBezTo>
                  <a:pt x="11553" y="96106"/>
                  <a:pt x="5358" y="108965"/>
                  <a:pt x="5358" y="123230"/>
                </a:cubicBezTo>
                <a:cubicBezTo>
                  <a:pt x="5358" y="149851"/>
                  <a:pt x="26956" y="171450"/>
                  <a:pt x="53578" y="171450"/>
                </a:cubicBezTo>
                <a:cubicBezTo>
                  <a:pt x="80200" y="171450"/>
                  <a:pt x="101798" y="149851"/>
                  <a:pt x="101798" y="123230"/>
                </a:cubicBezTo>
                <a:cubicBezTo>
                  <a:pt x="101798" y="108965"/>
                  <a:pt x="95603" y="96106"/>
                  <a:pt x="85725" y="87299"/>
                </a:cubicBezTo>
                <a:lnTo>
                  <a:pt x="85725" y="32147"/>
                </a:lnTo>
                <a:cubicBezTo>
                  <a:pt x="85725" y="14399"/>
                  <a:pt x="71326" y="0"/>
                  <a:pt x="53578" y="0"/>
                </a:cubicBezTo>
                <a:close/>
                <a:moveTo>
                  <a:pt x="75009" y="123230"/>
                </a:moveTo>
                <a:cubicBezTo>
                  <a:pt x="75009" y="135050"/>
                  <a:pt x="65399" y="144661"/>
                  <a:pt x="53578" y="144661"/>
                </a:cubicBezTo>
                <a:cubicBezTo>
                  <a:pt x="41757" y="144661"/>
                  <a:pt x="32147" y="135050"/>
                  <a:pt x="32147" y="123230"/>
                </a:cubicBezTo>
                <a:cubicBezTo>
                  <a:pt x="32147" y="114222"/>
                  <a:pt x="37672" y="106520"/>
                  <a:pt x="45541" y="103372"/>
                </a:cubicBezTo>
                <a:lnTo>
                  <a:pt x="45541" y="72330"/>
                </a:lnTo>
                <a:cubicBezTo>
                  <a:pt x="45541" y="67877"/>
                  <a:pt x="49124" y="64294"/>
                  <a:pt x="53578" y="64294"/>
                </a:cubicBezTo>
                <a:cubicBezTo>
                  <a:pt x="58032" y="64294"/>
                  <a:pt x="61615" y="67877"/>
                  <a:pt x="61615" y="72330"/>
                </a:cubicBezTo>
                <a:lnTo>
                  <a:pt x="61615" y="103372"/>
                </a:lnTo>
                <a:cubicBezTo>
                  <a:pt x="69484" y="106553"/>
                  <a:pt x="75009" y="114255"/>
                  <a:pt x="75009" y="12323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9570720" y="2518410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75420" y="2918460"/>
            <a:ext cx="2495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temperature, humidity, air quality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919210" y="4956810"/>
            <a:ext cx="2731770" cy="1226820"/>
          </a:xfrm>
          <a:custGeom>
            <a:avLst/>
            <a:gdLst/>
            <a:ahLst/>
            <a:cxnLst/>
            <a:rect l="l" t="t" r="r" b="b"/>
            <a:pathLst>
              <a:path w="2731770" h="1226820">
                <a:moveTo>
                  <a:pt x="152396" y="0"/>
                </a:moveTo>
                <a:lnTo>
                  <a:pt x="2579374" y="0"/>
                </a:lnTo>
                <a:cubicBezTo>
                  <a:pt x="2663484" y="0"/>
                  <a:pt x="2731770" y="68286"/>
                  <a:pt x="2731770" y="152396"/>
                </a:cubicBezTo>
                <a:lnTo>
                  <a:pt x="2731770" y="1074424"/>
                </a:lnTo>
                <a:cubicBezTo>
                  <a:pt x="2731770" y="1158590"/>
                  <a:pt x="2663540" y="1226820"/>
                  <a:pt x="2579374" y="1226820"/>
                </a:cubicBezTo>
                <a:lnTo>
                  <a:pt x="152396" y="1226820"/>
                </a:lnTo>
                <a:cubicBezTo>
                  <a:pt x="68286" y="1226820"/>
                  <a:pt x="0" y="1158534"/>
                  <a:pt x="0" y="107442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F97316">
                  <a:alpha val="20000"/>
                </a:srgbClr>
              </a:gs>
              <a:gs pos="100000">
                <a:srgbClr val="F97316">
                  <a:alpha val="5000"/>
                </a:srgbClr>
              </a:gs>
            </a:gsLst>
            <a:lin ang="2700000" scaled="1"/>
          </a:gradFill>
          <a:ln w="10160">
            <a:solidFill>
              <a:srgbClr val="F97316">
                <a:alpha val="5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75420" y="51130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97316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182576" y="521779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9570720" y="517017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Progress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075420" y="5570220"/>
            <a:ext cx="2495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job status with estimated completion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19210" y="3630930"/>
            <a:ext cx="2731770" cy="1226820"/>
          </a:xfrm>
          <a:custGeom>
            <a:avLst/>
            <a:gdLst/>
            <a:ahLst/>
            <a:cxnLst/>
            <a:rect l="l" t="t" r="r" b="b"/>
            <a:pathLst>
              <a:path w="2731770" h="1226820">
                <a:moveTo>
                  <a:pt x="152396" y="0"/>
                </a:moveTo>
                <a:lnTo>
                  <a:pt x="2579374" y="0"/>
                </a:lnTo>
                <a:cubicBezTo>
                  <a:pt x="2663484" y="0"/>
                  <a:pt x="2731770" y="68286"/>
                  <a:pt x="2731770" y="152396"/>
                </a:cubicBezTo>
                <a:lnTo>
                  <a:pt x="2731770" y="1074424"/>
                </a:lnTo>
                <a:cubicBezTo>
                  <a:pt x="2731770" y="1158590"/>
                  <a:pt x="2663540" y="1226820"/>
                  <a:pt x="2579374" y="1226820"/>
                </a:cubicBezTo>
                <a:lnTo>
                  <a:pt x="152396" y="1226820"/>
                </a:lnTo>
                <a:cubicBezTo>
                  <a:pt x="68286" y="1226820"/>
                  <a:pt x="0" y="1158534"/>
                  <a:pt x="0" y="107442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75420" y="37871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204007" y="389191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42863" y="32147"/>
                </a:moveTo>
                <a:lnTo>
                  <a:pt x="42863" y="53578"/>
                </a:lnTo>
                <a:lnTo>
                  <a:pt x="85725" y="53578"/>
                </a:lnTo>
                <a:lnTo>
                  <a:pt x="85725" y="32147"/>
                </a:lnTo>
                <a:cubicBezTo>
                  <a:pt x="85725" y="20326"/>
                  <a:pt x="76114" y="10716"/>
                  <a:pt x="64294" y="10716"/>
                </a:cubicBezTo>
                <a:cubicBezTo>
                  <a:pt x="52473" y="10716"/>
                  <a:pt x="42863" y="20326"/>
                  <a:pt x="42863" y="32147"/>
                </a:cubicBezTo>
                <a:close/>
                <a:moveTo>
                  <a:pt x="21431" y="53578"/>
                </a:moveTo>
                <a:lnTo>
                  <a:pt x="21431" y="32147"/>
                </a:lnTo>
                <a:cubicBezTo>
                  <a:pt x="21431" y="8472"/>
                  <a:pt x="40619" y="-10716"/>
                  <a:pt x="64294" y="-10716"/>
                </a:cubicBezTo>
                <a:cubicBezTo>
                  <a:pt x="87969" y="-10716"/>
                  <a:pt x="107156" y="8472"/>
                  <a:pt x="107156" y="32147"/>
                </a:cubicBezTo>
                <a:lnTo>
                  <a:pt x="107156" y="53578"/>
                </a:lnTo>
                <a:cubicBezTo>
                  <a:pt x="118977" y="53578"/>
                  <a:pt x="128588" y="63189"/>
                  <a:pt x="128588" y="75009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75009"/>
                </a:lnTo>
                <a:cubicBezTo>
                  <a:pt x="0" y="63189"/>
                  <a:pt x="9611" y="53578"/>
                  <a:pt x="21431" y="53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9570720" y="384429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Secure Access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75420" y="4244340"/>
            <a:ext cx="2495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Login-based customer portal protection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4" y="379474"/>
            <a:ext cx="1566738" cy="308088"/>
          </a:xfrm>
          <a:custGeom>
            <a:avLst/>
            <a:gdLst/>
            <a:ahLst/>
            <a:cxnLst/>
            <a:rect l="l" t="t" r="r" b="b"/>
            <a:pathLst>
              <a:path w="1566738" h="308088">
                <a:moveTo>
                  <a:pt x="154044" y="0"/>
                </a:moveTo>
                <a:lnTo>
                  <a:pt x="1412694" y="0"/>
                </a:lnTo>
                <a:cubicBezTo>
                  <a:pt x="1497770" y="0"/>
                  <a:pt x="1566738" y="68968"/>
                  <a:pt x="1566738" y="154044"/>
                </a:cubicBezTo>
                <a:lnTo>
                  <a:pt x="1566738" y="154044"/>
                </a:lnTo>
                <a:cubicBezTo>
                  <a:pt x="1566738" y="239120"/>
                  <a:pt x="1497770" y="308088"/>
                  <a:pt x="1412694" y="308088"/>
                </a:cubicBezTo>
                <a:lnTo>
                  <a:pt x="154044" y="308088"/>
                </a:lnTo>
                <a:cubicBezTo>
                  <a:pt x="68968" y="308088"/>
                  <a:pt x="0" y="239120"/>
                  <a:pt x="0" y="154044"/>
                </a:cubicBezTo>
                <a:lnTo>
                  <a:pt x="0" y="154044"/>
                </a:lnTo>
                <a:cubicBezTo>
                  <a:pt x="0" y="68968"/>
                  <a:pt x="68968" y="0"/>
                  <a:pt x="15404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3517" y="465889"/>
            <a:ext cx="1327923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spc="52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5716" y="804034"/>
            <a:ext cx="11665997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3231" y="1412695"/>
            <a:ext cx="6204958" cy="5059022"/>
          </a:xfrm>
          <a:custGeom>
            <a:avLst/>
            <a:gdLst/>
            <a:ahLst/>
            <a:cxnLst/>
            <a:rect l="l" t="t" r="r" b="b"/>
            <a:pathLst>
              <a:path w="6204958" h="5059022">
                <a:moveTo>
                  <a:pt x="150304" y="0"/>
                </a:moveTo>
                <a:lnTo>
                  <a:pt x="6054654" y="0"/>
                </a:lnTo>
                <a:cubicBezTo>
                  <a:pt x="6137665" y="0"/>
                  <a:pt x="6204958" y="67293"/>
                  <a:pt x="6204958" y="150304"/>
                </a:cubicBezTo>
                <a:lnTo>
                  <a:pt x="6204958" y="4908719"/>
                </a:lnTo>
                <a:cubicBezTo>
                  <a:pt x="6204958" y="4991729"/>
                  <a:pt x="6137665" y="5059022"/>
                  <a:pt x="6054654" y="5059022"/>
                </a:cubicBezTo>
                <a:lnTo>
                  <a:pt x="150304" y="5059022"/>
                </a:lnTo>
                <a:cubicBezTo>
                  <a:pt x="67293" y="5059022"/>
                  <a:pt x="0" y="4991729"/>
                  <a:pt x="0" y="4908719"/>
                </a:cubicBezTo>
                <a:lnTo>
                  <a:pt x="0" y="150304"/>
                </a:lnTo>
                <a:cubicBezTo>
                  <a:pt x="0" y="67349"/>
                  <a:pt x="67349" y="0"/>
                  <a:pt x="1503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3B82F6">
                <a:alpha val="30196"/>
              </a:srgbClr>
            </a:solidFill>
            <a:prstDash val="solid"/>
          </a:ln>
        </p:spPr>
      </p:sp>
      <p:pic>
        <p:nvPicPr>
          <p:cNvPr id="6" name="Image 0" descr="https://kimi-web-img.moonshot.cn/img/www.bendpak.com/0fd703d72b85e070ab45b3e77bbd41deb1540d33.png">    </p:cNvPr>
          <p:cNvPicPr>
            <a:picLocks noChangeAspect="1"/>
          </p:cNvPicPr>
          <p:nvPr/>
        </p:nvPicPr>
        <p:blipFill>
          <a:blip r:embed="rId1"/>
          <a:srcRect l="9119" r="9119" t="0" b="0"/>
          <a:stretch/>
        </p:blipFill>
        <p:spPr>
          <a:xfrm>
            <a:off x="390745" y="1420208"/>
            <a:ext cx="6189929" cy="5043994"/>
          </a:xfrm>
          <a:prstGeom prst="roundRect">
            <a:avLst>
              <a:gd name="adj" fmla="val 298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90745" y="1420208"/>
            <a:ext cx="6189929" cy="5043994"/>
          </a:xfrm>
          <a:custGeom>
            <a:avLst/>
            <a:gdLst/>
            <a:ahLst/>
            <a:cxnLst/>
            <a:rect l="l" t="t" r="r" b="b"/>
            <a:pathLst>
              <a:path w="6189929" h="5043994">
                <a:moveTo>
                  <a:pt x="0" y="0"/>
                </a:moveTo>
                <a:lnTo>
                  <a:pt x="6189929" y="0"/>
                </a:lnTo>
                <a:lnTo>
                  <a:pt x="6189929" y="5043994"/>
                </a:lnTo>
                <a:lnTo>
                  <a:pt x="0" y="504399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F172A">
                  <a:alpha val="30000"/>
                </a:srgbClr>
              </a:gs>
            </a:gsLst>
            <a:lin ang="1620000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619932" y="1649395"/>
            <a:ext cx="1688846" cy="608661"/>
          </a:xfrm>
          <a:custGeom>
            <a:avLst/>
            <a:gdLst/>
            <a:ahLst/>
            <a:cxnLst/>
            <a:rect l="l" t="t" r="r" b="b"/>
            <a:pathLst>
              <a:path w="1688846" h="608661">
                <a:moveTo>
                  <a:pt x="112718" y="0"/>
                </a:moveTo>
                <a:lnTo>
                  <a:pt x="1576128" y="0"/>
                </a:lnTo>
                <a:cubicBezTo>
                  <a:pt x="1638380" y="0"/>
                  <a:pt x="1688846" y="50466"/>
                  <a:pt x="1688846" y="112718"/>
                </a:cubicBezTo>
                <a:lnTo>
                  <a:pt x="1688846" y="495943"/>
                </a:lnTo>
                <a:cubicBezTo>
                  <a:pt x="1688846" y="558195"/>
                  <a:pt x="1638380" y="608661"/>
                  <a:pt x="1576128" y="608661"/>
                </a:cubicBezTo>
                <a:lnTo>
                  <a:pt x="112718" y="608661"/>
                </a:lnTo>
                <a:cubicBezTo>
                  <a:pt x="50466" y="608661"/>
                  <a:pt x="0" y="558195"/>
                  <a:pt x="0" y="495943"/>
                </a:cubicBezTo>
                <a:lnTo>
                  <a:pt x="0" y="112718"/>
                </a:lnTo>
                <a:cubicBezTo>
                  <a:pt x="0" y="50507"/>
                  <a:pt x="50507" y="0"/>
                  <a:pt x="112718" y="0"/>
                </a:cubicBezTo>
                <a:close/>
              </a:path>
            </a:pathLst>
          </a:custGeom>
          <a:solidFill>
            <a:srgbClr val="0F172A">
              <a:alpha val="90196"/>
            </a:srgbClr>
          </a:solidFill>
          <a:ln w="10160">
            <a:solidFill>
              <a:srgbClr val="3B82F6">
                <a:alpha val="50196"/>
              </a:srgbClr>
            </a:solidFill>
            <a:prstDash val="solid"/>
          </a:ln>
          <a:effectLst>
            <a:outerShdw sx="100000" sy="100000" kx="0" ky="0" algn="bl" rotWithShape="0" blurRad="187858" dist="50800" dir="2700000">
              <a:srgbClr val="3b82f6">
                <a:alpha val="3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5797" y="1784653"/>
            <a:ext cx="169072" cy="150287"/>
          </a:xfrm>
          <a:custGeom>
            <a:avLst/>
            <a:gdLst/>
            <a:ahLst/>
            <a:cxnLst/>
            <a:rect l="l" t="t" r="r" b="b"/>
            <a:pathLst>
              <a:path w="169072" h="150287">
                <a:moveTo>
                  <a:pt x="28179" y="18786"/>
                </a:moveTo>
                <a:cubicBezTo>
                  <a:pt x="17817" y="18786"/>
                  <a:pt x="9393" y="27210"/>
                  <a:pt x="9393" y="37572"/>
                </a:cubicBezTo>
                <a:lnTo>
                  <a:pt x="9393" y="112715"/>
                </a:lnTo>
                <a:cubicBezTo>
                  <a:pt x="9393" y="123077"/>
                  <a:pt x="17817" y="131501"/>
                  <a:pt x="28179" y="131501"/>
                </a:cubicBezTo>
                <a:lnTo>
                  <a:pt x="103322" y="131501"/>
                </a:lnTo>
                <a:cubicBezTo>
                  <a:pt x="113684" y="131501"/>
                  <a:pt x="122108" y="123077"/>
                  <a:pt x="122108" y="112715"/>
                </a:cubicBezTo>
                <a:lnTo>
                  <a:pt x="122108" y="37572"/>
                </a:lnTo>
                <a:cubicBezTo>
                  <a:pt x="122108" y="27210"/>
                  <a:pt x="113684" y="18786"/>
                  <a:pt x="103322" y="18786"/>
                </a:cubicBezTo>
                <a:lnTo>
                  <a:pt x="28179" y="18786"/>
                </a:lnTo>
                <a:close/>
                <a:moveTo>
                  <a:pt x="136197" y="98626"/>
                </a:moveTo>
                <a:lnTo>
                  <a:pt x="157772" y="115885"/>
                </a:lnTo>
                <a:cubicBezTo>
                  <a:pt x="159004" y="116883"/>
                  <a:pt x="160531" y="117411"/>
                  <a:pt x="162116" y="117411"/>
                </a:cubicBezTo>
                <a:cubicBezTo>
                  <a:pt x="165961" y="117411"/>
                  <a:pt x="169072" y="114300"/>
                  <a:pt x="169072" y="110455"/>
                </a:cubicBezTo>
                <a:lnTo>
                  <a:pt x="169072" y="39832"/>
                </a:lnTo>
                <a:cubicBezTo>
                  <a:pt x="169072" y="35987"/>
                  <a:pt x="165961" y="32875"/>
                  <a:pt x="162116" y="32875"/>
                </a:cubicBezTo>
                <a:cubicBezTo>
                  <a:pt x="160531" y="32875"/>
                  <a:pt x="159004" y="33404"/>
                  <a:pt x="157772" y="34402"/>
                </a:cubicBezTo>
                <a:lnTo>
                  <a:pt x="136197" y="51661"/>
                </a:lnTo>
                <a:lnTo>
                  <a:pt x="136197" y="9862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999406" y="1765867"/>
            <a:ext cx="1258650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Hikvision IP Camera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404" y="1991297"/>
            <a:ext cx="1512259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1080p Live Streaming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842399" y="1649395"/>
            <a:ext cx="1510380" cy="608661"/>
          </a:xfrm>
          <a:custGeom>
            <a:avLst/>
            <a:gdLst/>
            <a:ahLst/>
            <a:cxnLst/>
            <a:rect l="l" t="t" r="r" b="b"/>
            <a:pathLst>
              <a:path w="1510380" h="608661">
                <a:moveTo>
                  <a:pt x="112718" y="0"/>
                </a:moveTo>
                <a:lnTo>
                  <a:pt x="1397662" y="0"/>
                </a:lnTo>
                <a:cubicBezTo>
                  <a:pt x="1459915" y="0"/>
                  <a:pt x="1510380" y="50466"/>
                  <a:pt x="1510380" y="112718"/>
                </a:cubicBezTo>
                <a:lnTo>
                  <a:pt x="1510380" y="495943"/>
                </a:lnTo>
                <a:cubicBezTo>
                  <a:pt x="1510380" y="558195"/>
                  <a:pt x="1459915" y="608661"/>
                  <a:pt x="1397662" y="608661"/>
                </a:cubicBezTo>
                <a:lnTo>
                  <a:pt x="112718" y="608661"/>
                </a:lnTo>
                <a:cubicBezTo>
                  <a:pt x="50466" y="608661"/>
                  <a:pt x="0" y="558195"/>
                  <a:pt x="0" y="495943"/>
                </a:cubicBezTo>
                <a:lnTo>
                  <a:pt x="0" y="112718"/>
                </a:lnTo>
                <a:cubicBezTo>
                  <a:pt x="0" y="50507"/>
                  <a:pt x="50507" y="0"/>
                  <a:pt x="112718" y="0"/>
                </a:cubicBezTo>
                <a:close/>
              </a:path>
            </a:pathLst>
          </a:custGeom>
          <a:solidFill>
            <a:srgbClr val="0F172A">
              <a:alpha val="90196"/>
            </a:srgbClr>
          </a:solidFill>
          <a:ln w="10160">
            <a:solidFill>
              <a:srgbClr val="06B6D4">
                <a:alpha val="50196"/>
              </a:srgbClr>
            </a:solidFill>
            <a:prstDash val="solid"/>
          </a:ln>
          <a:effectLst>
            <a:outerShdw sx="100000" sy="100000" kx="0" ky="0" algn="bl" rotWithShape="0" blurRad="187858" dist="50800" dir="2700000">
              <a:srgbClr val="06b6d4">
                <a:alpha val="3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77656" y="1784653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51661" y="7045"/>
                </a:moveTo>
                <a:cubicBezTo>
                  <a:pt x="51661" y="3141"/>
                  <a:pt x="48520" y="0"/>
                  <a:pt x="44616" y="0"/>
                </a:cubicBezTo>
                <a:cubicBezTo>
                  <a:pt x="40712" y="0"/>
                  <a:pt x="37572" y="3141"/>
                  <a:pt x="37572" y="7045"/>
                </a:cubicBezTo>
                <a:lnTo>
                  <a:pt x="37572" y="18786"/>
                </a:lnTo>
                <a:cubicBezTo>
                  <a:pt x="27210" y="18786"/>
                  <a:pt x="18786" y="27210"/>
                  <a:pt x="18786" y="37572"/>
                </a:cubicBezTo>
                <a:lnTo>
                  <a:pt x="7045" y="37572"/>
                </a:lnTo>
                <a:cubicBezTo>
                  <a:pt x="3141" y="37572"/>
                  <a:pt x="0" y="40712"/>
                  <a:pt x="0" y="44616"/>
                </a:cubicBezTo>
                <a:cubicBezTo>
                  <a:pt x="0" y="48520"/>
                  <a:pt x="3141" y="51661"/>
                  <a:pt x="7045" y="51661"/>
                </a:cubicBezTo>
                <a:lnTo>
                  <a:pt x="18786" y="51661"/>
                </a:lnTo>
                <a:lnTo>
                  <a:pt x="18786" y="68099"/>
                </a:lnTo>
                <a:lnTo>
                  <a:pt x="7045" y="68099"/>
                </a:lnTo>
                <a:cubicBezTo>
                  <a:pt x="3141" y="68099"/>
                  <a:pt x="0" y="71239"/>
                  <a:pt x="0" y="75143"/>
                </a:cubicBezTo>
                <a:cubicBezTo>
                  <a:pt x="0" y="79047"/>
                  <a:pt x="3141" y="82188"/>
                  <a:pt x="7045" y="82188"/>
                </a:cubicBezTo>
                <a:lnTo>
                  <a:pt x="18786" y="82188"/>
                </a:lnTo>
                <a:lnTo>
                  <a:pt x="18786" y="98626"/>
                </a:lnTo>
                <a:lnTo>
                  <a:pt x="7045" y="98626"/>
                </a:lnTo>
                <a:cubicBezTo>
                  <a:pt x="3141" y="98626"/>
                  <a:pt x="0" y="101766"/>
                  <a:pt x="0" y="105670"/>
                </a:cubicBezTo>
                <a:cubicBezTo>
                  <a:pt x="0" y="109574"/>
                  <a:pt x="3141" y="112715"/>
                  <a:pt x="7045" y="112715"/>
                </a:cubicBezTo>
                <a:lnTo>
                  <a:pt x="18786" y="112715"/>
                </a:lnTo>
                <a:cubicBezTo>
                  <a:pt x="18786" y="123077"/>
                  <a:pt x="27210" y="131501"/>
                  <a:pt x="37572" y="131501"/>
                </a:cubicBezTo>
                <a:lnTo>
                  <a:pt x="37572" y="143242"/>
                </a:lnTo>
                <a:cubicBezTo>
                  <a:pt x="37572" y="147146"/>
                  <a:pt x="40712" y="150287"/>
                  <a:pt x="44616" y="150287"/>
                </a:cubicBezTo>
                <a:cubicBezTo>
                  <a:pt x="48520" y="150287"/>
                  <a:pt x="51661" y="147146"/>
                  <a:pt x="51661" y="143242"/>
                </a:cubicBezTo>
                <a:lnTo>
                  <a:pt x="51661" y="131501"/>
                </a:lnTo>
                <a:lnTo>
                  <a:pt x="68099" y="131501"/>
                </a:lnTo>
                <a:lnTo>
                  <a:pt x="68099" y="143242"/>
                </a:lnTo>
                <a:cubicBezTo>
                  <a:pt x="68099" y="147146"/>
                  <a:pt x="71239" y="150287"/>
                  <a:pt x="75143" y="150287"/>
                </a:cubicBezTo>
                <a:cubicBezTo>
                  <a:pt x="79047" y="150287"/>
                  <a:pt x="82188" y="147146"/>
                  <a:pt x="82188" y="143242"/>
                </a:cubicBezTo>
                <a:lnTo>
                  <a:pt x="82188" y="131501"/>
                </a:lnTo>
                <a:lnTo>
                  <a:pt x="98626" y="131501"/>
                </a:lnTo>
                <a:lnTo>
                  <a:pt x="98626" y="143242"/>
                </a:lnTo>
                <a:cubicBezTo>
                  <a:pt x="98626" y="147146"/>
                  <a:pt x="101766" y="150287"/>
                  <a:pt x="105670" y="150287"/>
                </a:cubicBezTo>
                <a:cubicBezTo>
                  <a:pt x="109574" y="150287"/>
                  <a:pt x="112715" y="147146"/>
                  <a:pt x="112715" y="143242"/>
                </a:cubicBezTo>
                <a:lnTo>
                  <a:pt x="112715" y="131501"/>
                </a:lnTo>
                <a:cubicBezTo>
                  <a:pt x="123077" y="131501"/>
                  <a:pt x="131501" y="123077"/>
                  <a:pt x="131501" y="112715"/>
                </a:cubicBezTo>
                <a:lnTo>
                  <a:pt x="143242" y="112715"/>
                </a:lnTo>
                <a:cubicBezTo>
                  <a:pt x="147146" y="112715"/>
                  <a:pt x="150287" y="109574"/>
                  <a:pt x="150287" y="105670"/>
                </a:cubicBezTo>
                <a:cubicBezTo>
                  <a:pt x="150287" y="101766"/>
                  <a:pt x="147146" y="98626"/>
                  <a:pt x="143242" y="98626"/>
                </a:cubicBezTo>
                <a:lnTo>
                  <a:pt x="131501" y="98626"/>
                </a:lnTo>
                <a:lnTo>
                  <a:pt x="131501" y="82188"/>
                </a:lnTo>
                <a:lnTo>
                  <a:pt x="143242" y="82188"/>
                </a:lnTo>
                <a:cubicBezTo>
                  <a:pt x="147146" y="82188"/>
                  <a:pt x="150287" y="79047"/>
                  <a:pt x="150287" y="75143"/>
                </a:cubicBezTo>
                <a:cubicBezTo>
                  <a:pt x="150287" y="71239"/>
                  <a:pt x="147146" y="68099"/>
                  <a:pt x="143242" y="68099"/>
                </a:cubicBezTo>
                <a:lnTo>
                  <a:pt x="131501" y="68099"/>
                </a:lnTo>
                <a:lnTo>
                  <a:pt x="131501" y="51661"/>
                </a:lnTo>
                <a:lnTo>
                  <a:pt x="143242" y="51661"/>
                </a:lnTo>
                <a:cubicBezTo>
                  <a:pt x="147146" y="51661"/>
                  <a:pt x="150287" y="48520"/>
                  <a:pt x="150287" y="44616"/>
                </a:cubicBezTo>
                <a:cubicBezTo>
                  <a:pt x="150287" y="40712"/>
                  <a:pt x="147146" y="37572"/>
                  <a:pt x="143242" y="37572"/>
                </a:cubicBezTo>
                <a:lnTo>
                  <a:pt x="131501" y="37572"/>
                </a:lnTo>
                <a:cubicBezTo>
                  <a:pt x="131501" y="27210"/>
                  <a:pt x="123077" y="18786"/>
                  <a:pt x="112715" y="18786"/>
                </a:cubicBezTo>
                <a:lnTo>
                  <a:pt x="112715" y="7045"/>
                </a:lnTo>
                <a:cubicBezTo>
                  <a:pt x="112715" y="3141"/>
                  <a:pt x="109574" y="0"/>
                  <a:pt x="105670" y="0"/>
                </a:cubicBezTo>
                <a:cubicBezTo>
                  <a:pt x="101766" y="0"/>
                  <a:pt x="98626" y="3141"/>
                  <a:pt x="98626" y="7045"/>
                </a:cubicBezTo>
                <a:lnTo>
                  <a:pt x="98626" y="18786"/>
                </a:lnTo>
                <a:lnTo>
                  <a:pt x="82188" y="18786"/>
                </a:lnTo>
                <a:lnTo>
                  <a:pt x="82188" y="7045"/>
                </a:lnTo>
                <a:cubicBezTo>
                  <a:pt x="82188" y="3141"/>
                  <a:pt x="79047" y="0"/>
                  <a:pt x="75143" y="0"/>
                </a:cubicBezTo>
                <a:cubicBezTo>
                  <a:pt x="71239" y="0"/>
                  <a:pt x="68099" y="3141"/>
                  <a:pt x="68099" y="7045"/>
                </a:cubicBezTo>
                <a:lnTo>
                  <a:pt x="68099" y="18786"/>
                </a:lnTo>
                <a:lnTo>
                  <a:pt x="51661" y="18786"/>
                </a:lnTo>
                <a:lnTo>
                  <a:pt x="51661" y="7045"/>
                </a:lnTo>
                <a:close/>
                <a:moveTo>
                  <a:pt x="46965" y="37572"/>
                </a:moveTo>
                <a:lnTo>
                  <a:pt x="103322" y="37572"/>
                </a:lnTo>
                <a:cubicBezTo>
                  <a:pt x="108517" y="37572"/>
                  <a:pt x="112715" y="41769"/>
                  <a:pt x="112715" y="46965"/>
                </a:cubicBezTo>
                <a:lnTo>
                  <a:pt x="112715" y="103322"/>
                </a:lnTo>
                <a:cubicBezTo>
                  <a:pt x="112715" y="108517"/>
                  <a:pt x="108517" y="112715"/>
                  <a:pt x="103322" y="112715"/>
                </a:cubicBezTo>
                <a:lnTo>
                  <a:pt x="46965" y="112715"/>
                </a:lnTo>
                <a:cubicBezTo>
                  <a:pt x="41769" y="112715"/>
                  <a:pt x="37572" y="108517"/>
                  <a:pt x="37572" y="103322"/>
                </a:cubicBezTo>
                <a:lnTo>
                  <a:pt x="37572" y="46965"/>
                </a:lnTo>
                <a:cubicBezTo>
                  <a:pt x="37572" y="41769"/>
                  <a:pt x="41769" y="37572"/>
                  <a:pt x="46965" y="37572"/>
                </a:cubicBezTo>
                <a:close/>
                <a:moveTo>
                  <a:pt x="51661" y="51661"/>
                </a:moveTo>
                <a:lnTo>
                  <a:pt x="51661" y="98626"/>
                </a:lnTo>
                <a:lnTo>
                  <a:pt x="98626" y="98626"/>
                </a:lnTo>
                <a:lnTo>
                  <a:pt x="98626" y="51661"/>
                </a:lnTo>
                <a:lnTo>
                  <a:pt x="51661" y="51661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4" name="Text 11"/>
          <p:cNvSpPr/>
          <p:nvPr/>
        </p:nvSpPr>
        <p:spPr>
          <a:xfrm>
            <a:off x="5221872" y="1765867"/>
            <a:ext cx="1080185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ESP32 + BME680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58871" y="1991297"/>
            <a:ext cx="1333794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Sensors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9932" y="5624594"/>
            <a:ext cx="1463416" cy="608661"/>
          </a:xfrm>
          <a:custGeom>
            <a:avLst/>
            <a:gdLst/>
            <a:ahLst/>
            <a:cxnLst/>
            <a:rect l="l" t="t" r="r" b="b"/>
            <a:pathLst>
              <a:path w="1463416" h="608661">
                <a:moveTo>
                  <a:pt x="112718" y="0"/>
                </a:moveTo>
                <a:lnTo>
                  <a:pt x="1350698" y="0"/>
                </a:lnTo>
                <a:cubicBezTo>
                  <a:pt x="1412950" y="0"/>
                  <a:pt x="1463416" y="50466"/>
                  <a:pt x="1463416" y="112718"/>
                </a:cubicBezTo>
                <a:lnTo>
                  <a:pt x="1463416" y="495943"/>
                </a:lnTo>
                <a:cubicBezTo>
                  <a:pt x="1463416" y="558195"/>
                  <a:pt x="1412950" y="608661"/>
                  <a:pt x="1350698" y="608661"/>
                </a:cubicBezTo>
                <a:lnTo>
                  <a:pt x="112718" y="608661"/>
                </a:lnTo>
                <a:cubicBezTo>
                  <a:pt x="50466" y="608661"/>
                  <a:pt x="0" y="558195"/>
                  <a:pt x="0" y="495943"/>
                </a:cubicBezTo>
                <a:lnTo>
                  <a:pt x="0" y="112718"/>
                </a:lnTo>
                <a:cubicBezTo>
                  <a:pt x="0" y="50507"/>
                  <a:pt x="50507" y="0"/>
                  <a:pt x="112718" y="0"/>
                </a:cubicBezTo>
                <a:close/>
              </a:path>
            </a:pathLst>
          </a:custGeom>
          <a:solidFill>
            <a:srgbClr val="0F172A">
              <a:alpha val="90196"/>
            </a:srgbClr>
          </a:soli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5190" y="5759853"/>
            <a:ext cx="150287" cy="150287"/>
          </a:xfrm>
          <a:custGeom>
            <a:avLst/>
            <a:gdLst/>
            <a:ahLst/>
            <a:cxnLst/>
            <a:rect l="l" t="t" r="r" b="b"/>
            <a:pathLst>
              <a:path w="150287" h="150287">
                <a:moveTo>
                  <a:pt x="0" y="65750"/>
                </a:moveTo>
                <a:lnTo>
                  <a:pt x="0" y="122108"/>
                </a:lnTo>
                <a:cubicBezTo>
                  <a:pt x="0" y="127303"/>
                  <a:pt x="4197" y="131501"/>
                  <a:pt x="9393" y="131501"/>
                </a:cubicBezTo>
                <a:lnTo>
                  <a:pt x="18786" y="131501"/>
                </a:lnTo>
                <a:lnTo>
                  <a:pt x="18786" y="100974"/>
                </a:lnTo>
                <a:cubicBezTo>
                  <a:pt x="18786" y="97070"/>
                  <a:pt x="21927" y="93929"/>
                  <a:pt x="25831" y="93929"/>
                </a:cubicBezTo>
                <a:cubicBezTo>
                  <a:pt x="29734" y="93929"/>
                  <a:pt x="32875" y="97070"/>
                  <a:pt x="32875" y="100974"/>
                </a:cubicBezTo>
                <a:lnTo>
                  <a:pt x="32875" y="131501"/>
                </a:lnTo>
                <a:lnTo>
                  <a:pt x="51661" y="131501"/>
                </a:lnTo>
                <a:lnTo>
                  <a:pt x="51661" y="100974"/>
                </a:lnTo>
                <a:cubicBezTo>
                  <a:pt x="51661" y="97070"/>
                  <a:pt x="54802" y="93929"/>
                  <a:pt x="58706" y="93929"/>
                </a:cubicBezTo>
                <a:cubicBezTo>
                  <a:pt x="62610" y="93929"/>
                  <a:pt x="65750" y="97070"/>
                  <a:pt x="65750" y="100974"/>
                </a:cubicBezTo>
                <a:lnTo>
                  <a:pt x="65750" y="131501"/>
                </a:lnTo>
                <a:lnTo>
                  <a:pt x="84536" y="131501"/>
                </a:lnTo>
                <a:lnTo>
                  <a:pt x="84536" y="100974"/>
                </a:lnTo>
                <a:cubicBezTo>
                  <a:pt x="84536" y="97070"/>
                  <a:pt x="87677" y="93929"/>
                  <a:pt x="91581" y="93929"/>
                </a:cubicBezTo>
                <a:cubicBezTo>
                  <a:pt x="95485" y="93929"/>
                  <a:pt x="98626" y="97070"/>
                  <a:pt x="98626" y="100974"/>
                </a:cubicBezTo>
                <a:lnTo>
                  <a:pt x="98626" y="131501"/>
                </a:lnTo>
                <a:lnTo>
                  <a:pt x="117411" y="131501"/>
                </a:lnTo>
                <a:lnTo>
                  <a:pt x="117411" y="100974"/>
                </a:lnTo>
                <a:cubicBezTo>
                  <a:pt x="117411" y="97070"/>
                  <a:pt x="120552" y="93929"/>
                  <a:pt x="124456" y="93929"/>
                </a:cubicBezTo>
                <a:cubicBezTo>
                  <a:pt x="128360" y="93929"/>
                  <a:pt x="131501" y="97070"/>
                  <a:pt x="131501" y="100974"/>
                </a:cubicBezTo>
                <a:lnTo>
                  <a:pt x="131501" y="131501"/>
                </a:lnTo>
                <a:lnTo>
                  <a:pt x="140894" y="131501"/>
                </a:lnTo>
                <a:cubicBezTo>
                  <a:pt x="146089" y="131501"/>
                  <a:pt x="150287" y="127303"/>
                  <a:pt x="150287" y="122108"/>
                </a:cubicBezTo>
                <a:lnTo>
                  <a:pt x="150287" y="65750"/>
                </a:lnTo>
                <a:cubicBezTo>
                  <a:pt x="150287" y="60555"/>
                  <a:pt x="146089" y="56357"/>
                  <a:pt x="140894" y="56357"/>
                </a:cubicBezTo>
                <a:lnTo>
                  <a:pt x="131501" y="56357"/>
                </a:lnTo>
                <a:lnTo>
                  <a:pt x="131501" y="46965"/>
                </a:lnTo>
                <a:cubicBezTo>
                  <a:pt x="131501" y="41769"/>
                  <a:pt x="127303" y="37572"/>
                  <a:pt x="122108" y="37572"/>
                </a:cubicBezTo>
                <a:lnTo>
                  <a:pt x="112715" y="37572"/>
                </a:lnTo>
                <a:lnTo>
                  <a:pt x="112715" y="28179"/>
                </a:lnTo>
                <a:cubicBezTo>
                  <a:pt x="112715" y="22983"/>
                  <a:pt x="108517" y="18786"/>
                  <a:pt x="103322" y="18786"/>
                </a:cubicBezTo>
                <a:lnTo>
                  <a:pt x="46965" y="18786"/>
                </a:lnTo>
                <a:cubicBezTo>
                  <a:pt x="41769" y="18786"/>
                  <a:pt x="37572" y="22983"/>
                  <a:pt x="37572" y="28179"/>
                </a:cubicBezTo>
                <a:lnTo>
                  <a:pt x="37572" y="37572"/>
                </a:lnTo>
                <a:lnTo>
                  <a:pt x="28179" y="37572"/>
                </a:lnTo>
                <a:cubicBezTo>
                  <a:pt x="22983" y="37572"/>
                  <a:pt x="18786" y="41769"/>
                  <a:pt x="18786" y="46965"/>
                </a:cubicBezTo>
                <a:lnTo>
                  <a:pt x="18786" y="56357"/>
                </a:lnTo>
                <a:lnTo>
                  <a:pt x="9393" y="56357"/>
                </a:lnTo>
                <a:cubicBezTo>
                  <a:pt x="4197" y="56357"/>
                  <a:pt x="0" y="60555"/>
                  <a:pt x="0" y="6575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999406" y="5741067"/>
            <a:ext cx="1033220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PoE Connection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6404" y="5966497"/>
            <a:ext cx="1286829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8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Wired Network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751743" y="1408938"/>
            <a:ext cx="5060901" cy="796519"/>
          </a:xfrm>
          <a:custGeom>
            <a:avLst/>
            <a:gdLst/>
            <a:ahLst/>
            <a:cxnLst/>
            <a:rect l="l" t="t" r="r" b="b"/>
            <a:pathLst>
              <a:path w="5060901" h="796519">
                <a:moveTo>
                  <a:pt x="150287" y="0"/>
                </a:moveTo>
                <a:lnTo>
                  <a:pt x="4910614" y="0"/>
                </a:lnTo>
                <a:cubicBezTo>
                  <a:pt x="4993615" y="0"/>
                  <a:pt x="5060901" y="67286"/>
                  <a:pt x="5060901" y="150287"/>
                </a:cubicBezTo>
                <a:lnTo>
                  <a:pt x="5060901" y="646232"/>
                </a:lnTo>
                <a:cubicBezTo>
                  <a:pt x="5060901" y="729233"/>
                  <a:pt x="4993615" y="796519"/>
                  <a:pt x="4910614" y="796519"/>
                </a:cubicBezTo>
                <a:lnTo>
                  <a:pt x="150287" y="796519"/>
                </a:lnTo>
                <a:cubicBezTo>
                  <a:pt x="67341" y="796519"/>
                  <a:pt x="0" y="729178"/>
                  <a:pt x="0" y="646232"/>
                </a:cubicBezTo>
                <a:lnTo>
                  <a:pt x="0" y="150287"/>
                </a:lnTo>
                <a:cubicBezTo>
                  <a:pt x="0" y="67341"/>
                  <a:pt x="67341" y="0"/>
                  <a:pt x="150287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76234" y="1619339"/>
            <a:ext cx="140894" cy="225430"/>
          </a:xfrm>
          <a:custGeom>
            <a:avLst/>
            <a:gdLst/>
            <a:ahLst/>
            <a:cxnLst/>
            <a:rect l="l" t="t" r="r" b="b"/>
            <a:pathLst>
              <a:path w="140894" h="225430">
                <a:moveTo>
                  <a:pt x="70447" y="0"/>
                </a:moveTo>
                <a:cubicBezTo>
                  <a:pt x="47111" y="0"/>
                  <a:pt x="28179" y="18933"/>
                  <a:pt x="28179" y="42268"/>
                </a:cubicBezTo>
                <a:lnTo>
                  <a:pt x="28179" y="114784"/>
                </a:lnTo>
                <a:cubicBezTo>
                  <a:pt x="15190" y="126364"/>
                  <a:pt x="7045" y="143271"/>
                  <a:pt x="7045" y="162028"/>
                </a:cubicBezTo>
                <a:cubicBezTo>
                  <a:pt x="7045" y="197031"/>
                  <a:pt x="35444" y="225430"/>
                  <a:pt x="70447" y="225430"/>
                </a:cubicBezTo>
                <a:cubicBezTo>
                  <a:pt x="105450" y="225430"/>
                  <a:pt x="133849" y="197031"/>
                  <a:pt x="133849" y="162028"/>
                </a:cubicBezTo>
                <a:cubicBezTo>
                  <a:pt x="133849" y="143271"/>
                  <a:pt x="125704" y="126364"/>
                  <a:pt x="112715" y="114784"/>
                </a:cubicBezTo>
                <a:lnTo>
                  <a:pt x="112715" y="42268"/>
                </a:lnTo>
                <a:cubicBezTo>
                  <a:pt x="112715" y="18933"/>
                  <a:pt x="93782" y="0"/>
                  <a:pt x="70447" y="0"/>
                </a:cubicBezTo>
                <a:close/>
                <a:moveTo>
                  <a:pt x="98626" y="162028"/>
                </a:moveTo>
                <a:cubicBezTo>
                  <a:pt x="98626" y="177570"/>
                  <a:pt x="85989" y="190206"/>
                  <a:pt x="70447" y="190206"/>
                </a:cubicBezTo>
                <a:cubicBezTo>
                  <a:pt x="54905" y="190206"/>
                  <a:pt x="42268" y="177570"/>
                  <a:pt x="42268" y="162028"/>
                </a:cubicBezTo>
                <a:cubicBezTo>
                  <a:pt x="42268" y="150184"/>
                  <a:pt x="49533" y="140057"/>
                  <a:pt x="59880" y="135918"/>
                </a:cubicBezTo>
                <a:lnTo>
                  <a:pt x="59880" y="95103"/>
                </a:lnTo>
                <a:cubicBezTo>
                  <a:pt x="59880" y="89247"/>
                  <a:pt x="64591" y="84536"/>
                  <a:pt x="70447" y="84536"/>
                </a:cubicBezTo>
                <a:cubicBezTo>
                  <a:pt x="76303" y="84536"/>
                  <a:pt x="81014" y="89247"/>
                  <a:pt x="81014" y="95103"/>
                </a:cubicBezTo>
                <a:lnTo>
                  <a:pt x="81014" y="135918"/>
                </a:lnTo>
                <a:cubicBezTo>
                  <a:pt x="91361" y="140101"/>
                  <a:pt x="98626" y="150228"/>
                  <a:pt x="98626" y="16202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7300289" y="1619339"/>
            <a:ext cx="91111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802554" y="1562982"/>
            <a:ext cx="995649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9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24.5°C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905787" y="1976270"/>
            <a:ext cx="4752814" cy="75143"/>
          </a:xfrm>
          <a:custGeom>
            <a:avLst/>
            <a:gdLst/>
            <a:ahLst/>
            <a:cxnLst/>
            <a:rect l="l" t="t" r="r" b="b"/>
            <a:pathLst>
              <a:path w="4752814" h="75143">
                <a:moveTo>
                  <a:pt x="37572" y="0"/>
                </a:moveTo>
                <a:lnTo>
                  <a:pt x="4715242" y="0"/>
                </a:lnTo>
                <a:cubicBezTo>
                  <a:pt x="4735992" y="0"/>
                  <a:pt x="4752814" y="16821"/>
                  <a:pt x="4752814" y="37572"/>
                </a:cubicBezTo>
                <a:lnTo>
                  <a:pt x="4752814" y="37572"/>
                </a:lnTo>
                <a:cubicBezTo>
                  <a:pt x="4752814" y="58322"/>
                  <a:pt x="4735992" y="75143"/>
                  <a:pt x="4715242" y="75143"/>
                </a:cubicBezTo>
                <a:lnTo>
                  <a:pt x="37572" y="75143"/>
                </a:lnTo>
                <a:cubicBezTo>
                  <a:pt x="16821" y="75143"/>
                  <a:pt x="0" y="58322"/>
                  <a:pt x="0" y="3757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5" name="Shape 22"/>
          <p:cNvSpPr/>
          <p:nvPr/>
        </p:nvSpPr>
        <p:spPr>
          <a:xfrm>
            <a:off x="6905787" y="1976270"/>
            <a:ext cx="3090268" cy="75143"/>
          </a:xfrm>
          <a:custGeom>
            <a:avLst/>
            <a:gdLst/>
            <a:ahLst/>
            <a:cxnLst/>
            <a:rect l="l" t="t" r="r" b="b"/>
            <a:pathLst>
              <a:path w="3090268" h="75143">
                <a:moveTo>
                  <a:pt x="37572" y="0"/>
                </a:moveTo>
                <a:lnTo>
                  <a:pt x="3052696" y="0"/>
                </a:lnTo>
                <a:cubicBezTo>
                  <a:pt x="3073447" y="0"/>
                  <a:pt x="3090268" y="16821"/>
                  <a:pt x="3090268" y="37572"/>
                </a:cubicBezTo>
                <a:lnTo>
                  <a:pt x="3090268" y="37572"/>
                </a:lnTo>
                <a:cubicBezTo>
                  <a:pt x="3090268" y="58322"/>
                  <a:pt x="3073447" y="75143"/>
                  <a:pt x="3052696" y="75143"/>
                </a:cubicBezTo>
                <a:lnTo>
                  <a:pt x="37572" y="75143"/>
                </a:lnTo>
                <a:cubicBezTo>
                  <a:pt x="16821" y="75143"/>
                  <a:pt x="0" y="58322"/>
                  <a:pt x="0" y="3757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Shape 23"/>
          <p:cNvSpPr/>
          <p:nvPr/>
        </p:nvSpPr>
        <p:spPr>
          <a:xfrm>
            <a:off x="6751743" y="2325685"/>
            <a:ext cx="5060901" cy="796519"/>
          </a:xfrm>
          <a:custGeom>
            <a:avLst/>
            <a:gdLst/>
            <a:ahLst/>
            <a:cxnLst/>
            <a:rect l="l" t="t" r="r" b="b"/>
            <a:pathLst>
              <a:path w="5060901" h="796519">
                <a:moveTo>
                  <a:pt x="150287" y="0"/>
                </a:moveTo>
                <a:lnTo>
                  <a:pt x="4910614" y="0"/>
                </a:lnTo>
                <a:cubicBezTo>
                  <a:pt x="4993615" y="0"/>
                  <a:pt x="5060901" y="67286"/>
                  <a:pt x="5060901" y="150287"/>
                </a:cubicBezTo>
                <a:lnTo>
                  <a:pt x="5060901" y="646232"/>
                </a:lnTo>
                <a:cubicBezTo>
                  <a:pt x="5060901" y="729233"/>
                  <a:pt x="4993615" y="796519"/>
                  <a:pt x="4910614" y="796519"/>
                </a:cubicBezTo>
                <a:lnTo>
                  <a:pt x="150287" y="796519"/>
                </a:lnTo>
                <a:cubicBezTo>
                  <a:pt x="67341" y="796519"/>
                  <a:pt x="0" y="729178"/>
                  <a:pt x="0" y="646232"/>
                </a:cubicBezTo>
                <a:lnTo>
                  <a:pt x="0" y="150287"/>
                </a:lnTo>
                <a:cubicBezTo>
                  <a:pt x="0" y="67341"/>
                  <a:pt x="67341" y="0"/>
                  <a:pt x="150287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62144" y="2536086"/>
            <a:ext cx="169072" cy="225430"/>
          </a:xfrm>
          <a:custGeom>
            <a:avLst/>
            <a:gdLst/>
            <a:ahLst/>
            <a:cxnLst/>
            <a:rect l="l" t="t" r="r" b="b"/>
            <a:pathLst>
              <a:path w="169072" h="225430">
                <a:moveTo>
                  <a:pt x="84536" y="225430"/>
                </a:moveTo>
                <a:cubicBezTo>
                  <a:pt x="37865" y="225430"/>
                  <a:pt x="0" y="187565"/>
                  <a:pt x="0" y="140894"/>
                </a:cubicBezTo>
                <a:cubicBezTo>
                  <a:pt x="0" y="100739"/>
                  <a:pt x="57326" y="20209"/>
                  <a:pt x="73353" y="-1541"/>
                </a:cubicBezTo>
                <a:cubicBezTo>
                  <a:pt x="75951" y="-5063"/>
                  <a:pt x="80045" y="-7045"/>
                  <a:pt x="84448" y="-7045"/>
                </a:cubicBezTo>
                <a:lnTo>
                  <a:pt x="84624" y="-7045"/>
                </a:lnTo>
                <a:cubicBezTo>
                  <a:pt x="89027" y="-7045"/>
                  <a:pt x="93122" y="-5063"/>
                  <a:pt x="95720" y="-1541"/>
                </a:cubicBezTo>
                <a:cubicBezTo>
                  <a:pt x="111746" y="20209"/>
                  <a:pt x="169072" y="100739"/>
                  <a:pt x="169072" y="140894"/>
                </a:cubicBezTo>
                <a:cubicBezTo>
                  <a:pt x="169072" y="187565"/>
                  <a:pt x="131207" y="225430"/>
                  <a:pt x="84536" y="225430"/>
                </a:cubicBezTo>
                <a:close/>
                <a:moveTo>
                  <a:pt x="49313" y="137371"/>
                </a:moveTo>
                <a:cubicBezTo>
                  <a:pt x="49313" y="131515"/>
                  <a:pt x="44602" y="126804"/>
                  <a:pt x="38746" y="126804"/>
                </a:cubicBezTo>
                <a:cubicBezTo>
                  <a:pt x="32890" y="126804"/>
                  <a:pt x="28179" y="131515"/>
                  <a:pt x="28179" y="137371"/>
                </a:cubicBezTo>
                <a:cubicBezTo>
                  <a:pt x="28179" y="170437"/>
                  <a:pt x="54993" y="197251"/>
                  <a:pt x="88059" y="197251"/>
                </a:cubicBezTo>
                <a:cubicBezTo>
                  <a:pt x="93914" y="197251"/>
                  <a:pt x="98626" y="192540"/>
                  <a:pt x="98626" y="186684"/>
                </a:cubicBezTo>
                <a:cubicBezTo>
                  <a:pt x="98626" y="180828"/>
                  <a:pt x="93914" y="176117"/>
                  <a:pt x="88059" y="176117"/>
                </a:cubicBezTo>
                <a:cubicBezTo>
                  <a:pt x="66660" y="176117"/>
                  <a:pt x="49313" y="158770"/>
                  <a:pt x="49313" y="13737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7300289" y="2536086"/>
            <a:ext cx="666897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Humidity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108528" y="2479729"/>
            <a:ext cx="685683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9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55%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905787" y="2893017"/>
            <a:ext cx="4752814" cy="75143"/>
          </a:xfrm>
          <a:custGeom>
            <a:avLst/>
            <a:gdLst/>
            <a:ahLst/>
            <a:cxnLst/>
            <a:rect l="l" t="t" r="r" b="b"/>
            <a:pathLst>
              <a:path w="4752814" h="75143">
                <a:moveTo>
                  <a:pt x="37572" y="0"/>
                </a:moveTo>
                <a:lnTo>
                  <a:pt x="4715242" y="0"/>
                </a:lnTo>
                <a:cubicBezTo>
                  <a:pt x="4735992" y="0"/>
                  <a:pt x="4752814" y="16821"/>
                  <a:pt x="4752814" y="37572"/>
                </a:cubicBezTo>
                <a:lnTo>
                  <a:pt x="4752814" y="37572"/>
                </a:lnTo>
                <a:cubicBezTo>
                  <a:pt x="4752814" y="58322"/>
                  <a:pt x="4735992" y="75143"/>
                  <a:pt x="4715242" y="75143"/>
                </a:cubicBezTo>
                <a:lnTo>
                  <a:pt x="37572" y="75143"/>
                </a:lnTo>
                <a:cubicBezTo>
                  <a:pt x="16821" y="75143"/>
                  <a:pt x="0" y="58322"/>
                  <a:pt x="0" y="3757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1" name="Shape 28"/>
          <p:cNvSpPr/>
          <p:nvPr/>
        </p:nvSpPr>
        <p:spPr>
          <a:xfrm>
            <a:off x="6905787" y="2893017"/>
            <a:ext cx="2611230" cy="75143"/>
          </a:xfrm>
          <a:custGeom>
            <a:avLst/>
            <a:gdLst/>
            <a:ahLst/>
            <a:cxnLst/>
            <a:rect l="l" t="t" r="r" b="b"/>
            <a:pathLst>
              <a:path w="2611230" h="75143">
                <a:moveTo>
                  <a:pt x="37572" y="0"/>
                </a:moveTo>
                <a:lnTo>
                  <a:pt x="2573658" y="0"/>
                </a:lnTo>
                <a:cubicBezTo>
                  <a:pt x="2594408" y="0"/>
                  <a:pt x="2611230" y="16821"/>
                  <a:pt x="2611230" y="37572"/>
                </a:cubicBezTo>
                <a:lnTo>
                  <a:pt x="2611230" y="37572"/>
                </a:lnTo>
                <a:cubicBezTo>
                  <a:pt x="2611230" y="58322"/>
                  <a:pt x="2594408" y="75143"/>
                  <a:pt x="2573658" y="75143"/>
                </a:cubicBezTo>
                <a:lnTo>
                  <a:pt x="37572" y="75143"/>
                </a:lnTo>
                <a:cubicBezTo>
                  <a:pt x="16821" y="75143"/>
                  <a:pt x="0" y="58322"/>
                  <a:pt x="0" y="3757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2" name="Shape 29"/>
          <p:cNvSpPr/>
          <p:nvPr/>
        </p:nvSpPr>
        <p:spPr>
          <a:xfrm>
            <a:off x="6751743" y="3242434"/>
            <a:ext cx="5060901" cy="984377"/>
          </a:xfrm>
          <a:custGeom>
            <a:avLst/>
            <a:gdLst/>
            <a:ahLst/>
            <a:cxnLst/>
            <a:rect l="l" t="t" r="r" b="b"/>
            <a:pathLst>
              <a:path w="5060901" h="984377">
                <a:moveTo>
                  <a:pt x="150285" y="0"/>
                </a:moveTo>
                <a:lnTo>
                  <a:pt x="4910616" y="0"/>
                </a:lnTo>
                <a:cubicBezTo>
                  <a:pt x="4993616" y="0"/>
                  <a:pt x="5060901" y="67285"/>
                  <a:pt x="5060901" y="150285"/>
                </a:cubicBezTo>
                <a:lnTo>
                  <a:pt x="5060901" y="834092"/>
                </a:lnTo>
                <a:cubicBezTo>
                  <a:pt x="5060901" y="917092"/>
                  <a:pt x="4993616" y="984377"/>
                  <a:pt x="4910616" y="984377"/>
                </a:cubicBezTo>
                <a:lnTo>
                  <a:pt x="150285" y="984377"/>
                </a:lnTo>
                <a:cubicBezTo>
                  <a:pt x="67340" y="984377"/>
                  <a:pt x="0" y="917037"/>
                  <a:pt x="0" y="834092"/>
                </a:cubicBezTo>
                <a:lnTo>
                  <a:pt x="0" y="150285"/>
                </a:lnTo>
                <a:cubicBezTo>
                  <a:pt x="0" y="67340"/>
                  <a:pt x="67340" y="0"/>
                  <a:pt x="15028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933965" y="3546765"/>
            <a:ext cx="225430" cy="225430"/>
          </a:xfrm>
          <a:custGeom>
            <a:avLst/>
            <a:gdLst/>
            <a:ahLst/>
            <a:cxnLst/>
            <a:rect l="l" t="t" r="r" b="b"/>
            <a:pathLst>
              <a:path w="225430" h="225430">
                <a:moveTo>
                  <a:pt x="126804" y="14089"/>
                </a:moveTo>
                <a:cubicBezTo>
                  <a:pt x="126804" y="21883"/>
                  <a:pt x="133101" y="28179"/>
                  <a:pt x="140894" y="28179"/>
                </a:cubicBezTo>
                <a:lnTo>
                  <a:pt x="158505" y="28179"/>
                </a:lnTo>
                <a:cubicBezTo>
                  <a:pt x="164361" y="28179"/>
                  <a:pt x="169072" y="32890"/>
                  <a:pt x="169072" y="38746"/>
                </a:cubicBezTo>
                <a:cubicBezTo>
                  <a:pt x="169072" y="44602"/>
                  <a:pt x="164361" y="49313"/>
                  <a:pt x="158505" y="49313"/>
                </a:cubicBezTo>
                <a:lnTo>
                  <a:pt x="14089" y="49313"/>
                </a:lnTo>
                <a:cubicBezTo>
                  <a:pt x="6296" y="49313"/>
                  <a:pt x="0" y="55609"/>
                  <a:pt x="0" y="63402"/>
                </a:cubicBezTo>
                <a:cubicBezTo>
                  <a:pt x="0" y="71195"/>
                  <a:pt x="6296" y="77492"/>
                  <a:pt x="14089" y="77492"/>
                </a:cubicBezTo>
                <a:lnTo>
                  <a:pt x="158505" y="77492"/>
                </a:lnTo>
                <a:cubicBezTo>
                  <a:pt x="179904" y="77492"/>
                  <a:pt x="197251" y="60144"/>
                  <a:pt x="197251" y="38746"/>
                </a:cubicBezTo>
                <a:cubicBezTo>
                  <a:pt x="197251" y="17348"/>
                  <a:pt x="179904" y="0"/>
                  <a:pt x="158505" y="0"/>
                </a:cubicBezTo>
                <a:lnTo>
                  <a:pt x="140894" y="0"/>
                </a:lnTo>
                <a:cubicBezTo>
                  <a:pt x="133101" y="0"/>
                  <a:pt x="126804" y="6296"/>
                  <a:pt x="126804" y="14089"/>
                </a:cubicBezTo>
                <a:close/>
                <a:moveTo>
                  <a:pt x="154983" y="169072"/>
                </a:moveTo>
                <a:cubicBezTo>
                  <a:pt x="154983" y="176866"/>
                  <a:pt x="161279" y="183162"/>
                  <a:pt x="169072" y="183162"/>
                </a:cubicBezTo>
                <a:lnTo>
                  <a:pt x="183162" y="183162"/>
                </a:lnTo>
                <a:cubicBezTo>
                  <a:pt x="206497" y="183162"/>
                  <a:pt x="225430" y="164229"/>
                  <a:pt x="225430" y="140894"/>
                </a:cubicBezTo>
                <a:cubicBezTo>
                  <a:pt x="225430" y="117558"/>
                  <a:pt x="206497" y="98626"/>
                  <a:pt x="183162" y="98626"/>
                </a:cubicBezTo>
                <a:lnTo>
                  <a:pt x="14089" y="98626"/>
                </a:lnTo>
                <a:cubicBezTo>
                  <a:pt x="6296" y="98626"/>
                  <a:pt x="0" y="104922"/>
                  <a:pt x="0" y="112715"/>
                </a:cubicBezTo>
                <a:cubicBezTo>
                  <a:pt x="0" y="120508"/>
                  <a:pt x="6296" y="126804"/>
                  <a:pt x="14089" y="126804"/>
                </a:cubicBezTo>
                <a:lnTo>
                  <a:pt x="183162" y="126804"/>
                </a:lnTo>
                <a:cubicBezTo>
                  <a:pt x="190955" y="126804"/>
                  <a:pt x="197251" y="133101"/>
                  <a:pt x="197251" y="140894"/>
                </a:cubicBezTo>
                <a:cubicBezTo>
                  <a:pt x="197251" y="148687"/>
                  <a:pt x="190955" y="154983"/>
                  <a:pt x="183162" y="154983"/>
                </a:cubicBezTo>
                <a:lnTo>
                  <a:pt x="169072" y="154983"/>
                </a:lnTo>
                <a:cubicBezTo>
                  <a:pt x="161279" y="154983"/>
                  <a:pt x="154983" y="161279"/>
                  <a:pt x="154983" y="169072"/>
                </a:cubicBezTo>
                <a:close/>
                <a:moveTo>
                  <a:pt x="56357" y="225430"/>
                </a:moveTo>
                <a:lnTo>
                  <a:pt x="73969" y="225430"/>
                </a:lnTo>
                <a:cubicBezTo>
                  <a:pt x="95367" y="225430"/>
                  <a:pt x="112715" y="208082"/>
                  <a:pt x="112715" y="186684"/>
                </a:cubicBezTo>
                <a:cubicBezTo>
                  <a:pt x="112715" y="165286"/>
                  <a:pt x="95367" y="147938"/>
                  <a:pt x="73969" y="147938"/>
                </a:cubicBezTo>
                <a:lnTo>
                  <a:pt x="14089" y="147938"/>
                </a:lnTo>
                <a:cubicBezTo>
                  <a:pt x="6296" y="147938"/>
                  <a:pt x="0" y="154235"/>
                  <a:pt x="0" y="162028"/>
                </a:cubicBezTo>
                <a:cubicBezTo>
                  <a:pt x="0" y="169821"/>
                  <a:pt x="6296" y="176117"/>
                  <a:pt x="14089" y="176117"/>
                </a:cubicBezTo>
                <a:lnTo>
                  <a:pt x="73969" y="176117"/>
                </a:lnTo>
                <a:cubicBezTo>
                  <a:pt x="79825" y="176117"/>
                  <a:pt x="84536" y="180828"/>
                  <a:pt x="84536" y="186684"/>
                </a:cubicBezTo>
                <a:cubicBezTo>
                  <a:pt x="84536" y="192540"/>
                  <a:pt x="79825" y="197251"/>
                  <a:pt x="73969" y="197251"/>
                </a:cubicBezTo>
                <a:lnTo>
                  <a:pt x="56357" y="197251"/>
                </a:lnTo>
                <a:cubicBezTo>
                  <a:pt x="48564" y="197251"/>
                  <a:pt x="42268" y="203547"/>
                  <a:pt x="42268" y="211341"/>
                </a:cubicBezTo>
                <a:cubicBezTo>
                  <a:pt x="42268" y="219134"/>
                  <a:pt x="48564" y="225430"/>
                  <a:pt x="56357" y="22543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1"/>
          <p:cNvSpPr/>
          <p:nvPr/>
        </p:nvSpPr>
        <p:spPr>
          <a:xfrm>
            <a:off x="7300289" y="3546765"/>
            <a:ext cx="760826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 Quality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1207975" y="3373934"/>
            <a:ext cx="448394" cy="3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19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78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279009" y="3734623"/>
            <a:ext cx="375716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35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905787" y="3997624"/>
            <a:ext cx="1531045" cy="75143"/>
          </a:xfrm>
          <a:custGeom>
            <a:avLst/>
            <a:gdLst/>
            <a:ahLst/>
            <a:cxnLst/>
            <a:rect l="l" t="t" r="r" b="b"/>
            <a:pathLst>
              <a:path w="1531045" h="75143">
                <a:moveTo>
                  <a:pt x="37572" y="0"/>
                </a:moveTo>
                <a:lnTo>
                  <a:pt x="1531045" y="0"/>
                </a:lnTo>
                <a:lnTo>
                  <a:pt x="1531045" y="75143"/>
                </a:lnTo>
                <a:lnTo>
                  <a:pt x="37572" y="75143"/>
                </a:lnTo>
                <a:cubicBezTo>
                  <a:pt x="16821" y="75143"/>
                  <a:pt x="0" y="58322"/>
                  <a:pt x="0" y="37572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8" name="Shape 35"/>
          <p:cNvSpPr/>
          <p:nvPr/>
        </p:nvSpPr>
        <p:spPr>
          <a:xfrm>
            <a:off x="8514323" y="3997624"/>
            <a:ext cx="1531045" cy="75143"/>
          </a:xfrm>
          <a:custGeom>
            <a:avLst/>
            <a:gdLst/>
            <a:ahLst/>
            <a:cxnLst/>
            <a:rect l="l" t="t" r="r" b="b"/>
            <a:pathLst>
              <a:path w="1531045" h="75143">
                <a:moveTo>
                  <a:pt x="0" y="0"/>
                </a:moveTo>
                <a:lnTo>
                  <a:pt x="1531045" y="0"/>
                </a:lnTo>
                <a:lnTo>
                  <a:pt x="1531045" y="75143"/>
                </a:lnTo>
                <a:lnTo>
                  <a:pt x="0" y="75143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9" name="Shape 36"/>
          <p:cNvSpPr/>
          <p:nvPr/>
        </p:nvSpPr>
        <p:spPr>
          <a:xfrm>
            <a:off x="10122976" y="3997624"/>
            <a:ext cx="1531045" cy="75143"/>
          </a:xfrm>
          <a:custGeom>
            <a:avLst/>
            <a:gdLst/>
            <a:ahLst/>
            <a:cxnLst/>
            <a:rect l="l" t="t" r="r" b="b"/>
            <a:pathLst>
              <a:path w="1531045" h="75143">
                <a:moveTo>
                  <a:pt x="0" y="0"/>
                </a:moveTo>
                <a:lnTo>
                  <a:pt x="1493473" y="0"/>
                </a:lnTo>
                <a:cubicBezTo>
                  <a:pt x="1514209" y="0"/>
                  <a:pt x="1531045" y="16835"/>
                  <a:pt x="1531045" y="37572"/>
                </a:cubicBezTo>
                <a:lnTo>
                  <a:pt x="1531045" y="37572"/>
                </a:lnTo>
                <a:cubicBezTo>
                  <a:pt x="1531045" y="58308"/>
                  <a:pt x="1514209" y="75143"/>
                  <a:pt x="1493473" y="75143"/>
                </a:cubicBezTo>
                <a:lnTo>
                  <a:pt x="0" y="75143"/>
                </a:lnTo>
                <a:lnTo>
                  <a:pt x="0" y="0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0" name="Shape 37"/>
          <p:cNvSpPr/>
          <p:nvPr/>
        </p:nvSpPr>
        <p:spPr>
          <a:xfrm>
            <a:off x="6751743" y="4347041"/>
            <a:ext cx="5060901" cy="871662"/>
          </a:xfrm>
          <a:custGeom>
            <a:avLst/>
            <a:gdLst/>
            <a:ahLst/>
            <a:cxnLst/>
            <a:rect l="l" t="t" r="r" b="b"/>
            <a:pathLst>
              <a:path w="5060901" h="871662">
                <a:moveTo>
                  <a:pt x="150283" y="0"/>
                </a:moveTo>
                <a:lnTo>
                  <a:pt x="4910618" y="0"/>
                </a:lnTo>
                <a:cubicBezTo>
                  <a:pt x="4993617" y="0"/>
                  <a:pt x="5060901" y="67284"/>
                  <a:pt x="5060901" y="150283"/>
                </a:cubicBezTo>
                <a:lnTo>
                  <a:pt x="5060901" y="721379"/>
                </a:lnTo>
                <a:cubicBezTo>
                  <a:pt x="5060901" y="804378"/>
                  <a:pt x="4993617" y="871662"/>
                  <a:pt x="4910618" y="871662"/>
                </a:cubicBezTo>
                <a:lnTo>
                  <a:pt x="150283" y="871662"/>
                </a:lnTo>
                <a:cubicBezTo>
                  <a:pt x="67340" y="871662"/>
                  <a:pt x="0" y="804323"/>
                  <a:pt x="0" y="721379"/>
                </a:cubicBezTo>
                <a:lnTo>
                  <a:pt x="0" y="150283"/>
                </a:lnTo>
                <a:cubicBezTo>
                  <a:pt x="0" y="67340"/>
                  <a:pt x="67340" y="0"/>
                  <a:pt x="150283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F97316">
                <a:alpha val="50196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933965" y="4632584"/>
            <a:ext cx="225430" cy="225430"/>
          </a:xfrm>
          <a:custGeom>
            <a:avLst/>
            <a:gdLst/>
            <a:ahLst/>
            <a:cxnLst/>
            <a:rect l="l" t="t" r="r" b="b"/>
            <a:pathLst>
              <a:path w="225430" h="225430">
                <a:moveTo>
                  <a:pt x="59528" y="51690"/>
                </a:moveTo>
                <a:lnTo>
                  <a:pt x="48036" y="84536"/>
                </a:lnTo>
                <a:lnTo>
                  <a:pt x="177394" y="84536"/>
                </a:lnTo>
                <a:lnTo>
                  <a:pt x="165902" y="51690"/>
                </a:lnTo>
                <a:cubicBezTo>
                  <a:pt x="163921" y="46055"/>
                  <a:pt x="158593" y="42268"/>
                  <a:pt x="152605" y="42268"/>
                </a:cubicBezTo>
                <a:lnTo>
                  <a:pt x="72824" y="42268"/>
                </a:lnTo>
                <a:cubicBezTo>
                  <a:pt x="66836" y="42268"/>
                  <a:pt x="61509" y="46055"/>
                  <a:pt x="59528" y="51690"/>
                </a:cubicBezTo>
                <a:close/>
                <a:moveTo>
                  <a:pt x="17436" y="86650"/>
                </a:moveTo>
                <a:lnTo>
                  <a:pt x="32934" y="42400"/>
                </a:lnTo>
                <a:cubicBezTo>
                  <a:pt x="38878" y="25449"/>
                  <a:pt x="54860" y="14089"/>
                  <a:pt x="72824" y="14089"/>
                </a:cubicBezTo>
                <a:lnTo>
                  <a:pt x="152605" y="14089"/>
                </a:lnTo>
                <a:cubicBezTo>
                  <a:pt x="170569" y="14089"/>
                  <a:pt x="186552" y="25449"/>
                  <a:pt x="192496" y="42400"/>
                </a:cubicBezTo>
                <a:lnTo>
                  <a:pt x="207994" y="86650"/>
                </a:lnTo>
                <a:cubicBezTo>
                  <a:pt x="218209" y="90876"/>
                  <a:pt x="225430" y="100959"/>
                  <a:pt x="225430" y="112715"/>
                </a:cubicBezTo>
                <a:lnTo>
                  <a:pt x="225430" y="197251"/>
                </a:lnTo>
                <a:cubicBezTo>
                  <a:pt x="225430" y="205044"/>
                  <a:pt x="219134" y="211341"/>
                  <a:pt x="211341" y="211341"/>
                </a:cubicBezTo>
                <a:lnTo>
                  <a:pt x="197251" y="211341"/>
                </a:lnTo>
                <a:cubicBezTo>
                  <a:pt x="189458" y="211341"/>
                  <a:pt x="183162" y="205044"/>
                  <a:pt x="183162" y="197251"/>
                </a:cubicBezTo>
                <a:lnTo>
                  <a:pt x="183162" y="183162"/>
                </a:lnTo>
                <a:lnTo>
                  <a:pt x="42268" y="183162"/>
                </a:lnTo>
                <a:lnTo>
                  <a:pt x="42268" y="197251"/>
                </a:lnTo>
                <a:cubicBezTo>
                  <a:pt x="42268" y="205044"/>
                  <a:pt x="35972" y="211341"/>
                  <a:pt x="28179" y="211341"/>
                </a:cubicBezTo>
                <a:lnTo>
                  <a:pt x="14089" y="211341"/>
                </a:lnTo>
                <a:cubicBezTo>
                  <a:pt x="6296" y="211341"/>
                  <a:pt x="0" y="205044"/>
                  <a:pt x="0" y="197251"/>
                </a:cubicBezTo>
                <a:lnTo>
                  <a:pt x="0" y="112715"/>
                </a:lnTo>
                <a:cubicBezTo>
                  <a:pt x="0" y="100959"/>
                  <a:pt x="7221" y="90876"/>
                  <a:pt x="17436" y="86650"/>
                </a:cubicBezTo>
                <a:close/>
                <a:moveTo>
                  <a:pt x="56357" y="133849"/>
                </a:moveTo>
                <a:cubicBezTo>
                  <a:pt x="56357" y="126073"/>
                  <a:pt x="50044" y="119760"/>
                  <a:pt x="42268" y="119760"/>
                </a:cubicBezTo>
                <a:cubicBezTo>
                  <a:pt x="34492" y="119760"/>
                  <a:pt x="28179" y="126073"/>
                  <a:pt x="28179" y="133849"/>
                </a:cubicBezTo>
                <a:cubicBezTo>
                  <a:pt x="28179" y="141625"/>
                  <a:pt x="34492" y="147938"/>
                  <a:pt x="42268" y="147938"/>
                </a:cubicBezTo>
                <a:cubicBezTo>
                  <a:pt x="50044" y="147938"/>
                  <a:pt x="56357" y="141625"/>
                  <a:pt x="56357" y="133849"/>
                </a:cubicBezTo>
                <a:close/>
                <a:moveTo>
                  <a:pt x="183162" y="147938"/>
                </a:moveTo>
                <a:cubicBezTo>
                  <a:pt x="190938" y="147938"/>
                  <a:pt x="197251" y="141625"/>
                  <a:pt x="197251" y="133849"/>
                </a:cubicBezTo>
                <a:cubicBezTo>
                  <a:pt x="197251" y="126073"/>
                  <a:pt x="190938" y="119760"/>
                  <a:pt x="183162" y="119760"/>
                </a:cubicBezTo>
                <a:cubicBezTo>
                  <a:pt x="175386" y="119760"/>
                  <a:pt x="169072" y="126073"/>
                  <a:pt x="169072" y="133849"/>
                </a:cubicBezTo>
                <a:cubicBezTo>
                  <a:pt x="169072" y="141625"/>
                  <a:pt x="175386" y="147938"/>
                  <a:pt x="183162" y="147938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2" name="Text 39"/>
          <p:cNvSpPr/>
          <p:nvPr/>
        </p:nvSpPr>
        <p:spPr>
          <a:xfrm>
            <a:off x="7300289" y="4501083"/>
            <a:ext cx="1061399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Status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300289" y="4764085"/>
            <a:ext cx="1052006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PPF Installation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751743" y="5338931"/>
            <a:ext cx="5060901" cy="646232"/>
          </a:xfrm>
          <a:custGeom>
            <a:avLst/>
            <a:gdLst/>
            <a:ahLst/>
            <a:cxnLst/>
            <a:rect l="l" t="t" r="r" b="b"/>
            <a:pathLst>
              <a:path w="5060901" h="646232">
                <a:moveTo>
                  <a:pt x="150288" y="0"/>
                </a:moveTo>
                <a:lnTo>
                  <a:pt x="4910613" y="0"/>
                </a:lnTo>
                <a:cubicBezTo>
                  <a:pt x="4993615" y="0"/>
                  <a:pt x="5060901" y="67286"/>
                  <a:pt x="5060901" y="150288"/>
                </a:cubicBezTo>
                <a:lnTo>
                  <a:pt x="5060901" y="495945"/>
                </a:lnTo>
                <a:cubicBezTo>
                  <a:pt x="5060901" y="578946"/>
                  <a:pt x="4993615" y="646232"/>
                  <a:pt x="4910613" y="646232"/>
                </a:cubicBezTo>
                <a:lnTo>
                  <a:pt x="150288" y="646232"/>
                </a:lnTo>
                <a:cubicBezTo>
                  <a:pt x="67286" y="646232"/>
                  <a:pt x="0" y="578946"/>
                  <a:pt x="0" y="495945"/>
                </a:cubicBezTo>
                <a:lnTo>
                  <a:pt x="0" y="150288"/>
                </a:lnTo>
                <a:cubicBezTo>
                  <a:pt x="0" y="67342"/>
                  <a:pt x="67342" y="0"/>
                  <a:pt x="150288" y="0"/>
                </a:cubicBezTo>
                <a:close/>
              </a:path>
            </a:pathLst>
          </a:custGeom>
          <a:gradFill rotWithShape="1" flip="none">
            <a:gsLst>
              <a:gs pos="0">
                <a:srgbClr val="F97316">
                  <a:alpha val="20000"/>
                </a:srgbClr>
              </a:gs>
              <a:gs pos="100000">
                <a:srgbClr val="F97316">
                  <a:alpha val="5000"/>
                </a:srgbClr>
              </a:gs>
            </a:gsLst>
            <a:lin ang="0" scaled="1"/>
          </a:gradFill>
          <a:ln w="10160">
            <a:solidFill>
              <a:srgbClr val="F97316">
                <a:alpha val="50196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962144" y="5549333"/>
            <a:ext cx="169072" cy="225430"/>
          </a:xfrm>
          <a:custGeom>
            <a:avLst/>
            <a:gdLst/>
            <a:ahLst/>
            <a:cxnLst/>
            <a:rect l="l" t="t" r="r" b="b"/>
            <a:pathLst>
              <a:path w="169072" h="225430">
                <a:moveTo>
                  <a:pt x="14089" y="0"/>
                </a:moveTo>
                <a:cubicBezTo>
                  <a:pt x="6296" y="0"/>
                  <a:pt x="0" y="6296"/>
                  <a:pt x="0" y="14089"/>
                </a:cubicBezTo>
                <a:cubicBezTo>
                  <a:pt x="0" y="21883"/>
                  <a:pt x="6296" y="28179"/>
                  <a:pt x="14089" y="28179"/>
                </a:cubicBezTo>
                <a:lnTo>
                  <a:pt x="14089" y="33022"/>
                </a:lnTo>
                <a:cubicBezTo>
                  <a:pt x="14089" y="51690"/>
                  <a:pt x="21530" y="69610"/>
                  <a:pt x="34739" y="82819"/>
                </a:cubicBezTo>
                <a:lnTo>
                  <a:pt x="64635" y="112715"/>
                </a:lnTo>
                <a:lnTo>
                  <a:pt x="34739" y="142611"/>
                </a:lnTo>
                <a:cubicBezTo>
                  <a:pt x="21530" y="155820"/>
                  <a:pt x="14089" y="173740"/>
                  <a:pt x="14089" y="192408"/>
                </a:cubicBezTo>
                <a:lnTo>
                  <a:pt x="14089" y="197251"/>
                </a:lnTo>
                <a:cubicBezTo>
                  <a:pt x="6296" y="197251"/>
                  <a:pt x="0" y="203547"/>
                  <a:pt x="0" y="211341"/>
                </a:cubicBezTo>
                <a:cubicBezTo>
                  <a:pt x="0" y="219134"/>
                  <a:pt x="6296" y="225430"/>
                  <a:pt x="14089" y="225430"/>
                </a:cubicBezTo>
                <a:lnTo>
                  <a:pt x="154983" y="225430"/>
                </a:lnTo>
                <a:cubicBezTo>
                  <a:pt x="162776" y="225430"/>
                  <a:pt x="169072" y="219134"/>
                  <a:pt x="169072" y="211341"/>
                </a:cubicBezTo>
                <a:cubicBezTo>
                  <a:pt x="169072" y="203547"/>
                  <a:pt x="162776" y="197251"/>
                  <a:pt x="154983" y="197251"/>
                </a:cubicBezTo>
                <a:lnTo>
                  <a:pt x="154983" y="192408"/>
                </a:lnTo>
                <a:cubicBezTo>
                  <a:pt x="154983" y="173740"/>
                  <a:pt x="147542" y="155820"/>
                  <a:pt x="134333" y="142611"/>
                </a:cubicBezTo>
                <a:lnTo>
                  <a:pt x="104437" y="112715"/>
                </a:lnTo>
                <a:lnTo>
                  <a:pt x="134333" y="82819"/>
                </a:lnTo>
                <a:cubicBezTo>
                  <a:pt x="147542" y="69610"/>
                  <a:pt x="154983" y="51690"/>
                  <a:pt x="154983" y="33022"/>
                </a:cubicBezTo>
                <a:lnTo>
                  <a:pt x="154983" y="28179"/>
                </a:lnTo>
                <a:cubicBezTo>
                  <a:pt x="162776" y="28179"/>
                  <a:pt x="169072" y="21883"/>
                  <a:pt x="169072" y="14089"/>
                </a:cubicBezTo>
                <a:cubicBezTo>
                  <a:pt x="169072" y="6296"/>
                  <a:pt x="162776" y="0"/>
                  <a:pt x="154983" y="0"/>
                </a:cubicBezTo>
                <a:lnTo>
                  <a:pt x="14089" y="0"/>
                </a:lnTo>
                <a:close/>
                <a:moveTo>
                  <a:pt x="42268" y="33022"/>
                </a:moveTo>
                <a:lnTo>
                  <a:pt x="42268" y="28179"/>
                </a:lnTo>
                <a:lnTo>
                  <a:pt x="126804" y="28179"/>
                </a:lnTo>
                <a:lnTo>
                  <a:pt x="126804" y="33022"/>
                </a:lnTo>
                <a:cubicBezTo>
                  <a:pt x="126804" y="41388"/>
                  <a:pt x="124339" y="49489"/>
                  <a:pt x="119760" y="56357"/>
                </a:cubicBezTo>
                <a:lnTo>
                  <a:pt x="49313" y="56357"/>
                </a:lnTo>
                <a:cubicBezTo>
                  <a:pt x="44778" y="49489"/>
                  <a:pt x="42268" y="41388"/>
                  <a:pt x="42268" y="33022"/>
                </a:cubicBezTo>
                <a:close/>
                <a:moveTo>
                  <a:pt x="49313" y="169072"/>
                </a:moveTo>
                <a:cubicBezTo>
                  <a:pt x="50854" y="166739"/>
                  <a:pt x="52659" y="164537"/>
                  <a:pt x="54640" y="162512"/>
                </a:cubicBezTo>
                <a:lnTo>
                  <a:pt x="84536" y="132616"/>
                </a:lnTo>
                <a:lnTo>
                  <a:pt x="114432" y="162512"/>
                </a:lnTo>
                <a:cubicBezTo>
                  <a:pt x="116457" y="164537"/>
                  <a:pt x="118219" y="166739"/>
                  <a:pt x="119804" y="169072"/>
                </a:cubicBezTo>
                <a:lnTo>
                  <a:pt x="49313" y="169072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6" name="Text 43"/>
          <p:cNvSpPr/>
          <p:nvPr/>
        </p:nvSpPr>
        <p:spPr>
          <a:xfrm>
            <a:off x="7300289" y="5549333"/>
            <a:ext cx="1108364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Remaining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0769561" y="5492975"/>
            <a:ext cx="1023827" cy="338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9" b="1" dirty="0">
                <a:solidFill>
                  <a:srgbClr val="F9731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2h 15m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531" y="381531"/>
            <a:ext cx="1867992" cy="309758"/>
          </a:xfrm>
          <a:custGeom>
            <a:avLst/>
            <a:gdLst/>
            <a:ahLst/>
            <a:cxnLst/>
            <a:rect l="l" t="t" r="r" b="b"/>
            <a:pathLst>
              <a:path w="1867992" h="309758">
                <a:moveTo>
                  <a:pt x="154879" y="0"/>
                </a:moveTo>
                <a:lnTo>
                  <a:pt x="1713113" y="0"/>
                </a:lnTo>
                <a:cubicBezTo>
                  <a:pt x="1798650" y="0"/>
                  <a:pt x="1867992" y="69342"/>
                  <a:pt x="1867992" y="154879"/>
                </a:cubicBezTo>
                <a:lnTo>
                  <a:pt x="1867992" y="154879"/>
                </a:lnTo>
                <a:cubicBezTo>
                  <a:pt x="1867992" y="240416"/>
                  <a:pt x="1798650" y="309758"/>
                  <a:pt x="1713113" y="309758"/>
                </a:cubicBezTo>
                <a:lnTo>
                  <a:pt x="154879" y="309758"/>
                </a:lnTo>
                <a:cubicBezTo>
                  <a:pt x="69342" y="309758"/>
                  <a:pt x="0" y="240416"/>
                  <a:pt x="0" y="154879"/>
                </a:cubicBezTo>
                <a:lnTo>
                  <a:pt x="0" y="154879"/>
                </a:lnTo>
                <a:cubicBezTo>
                  <a:pt x="0" y="69342"/>
                  <a:pt x="69342" y="0"/>
                  <a:pt x="154879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6410" y="468415"/>
            <a:ext cx="1626584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spc="52" kern="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EXPERIENCE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7754" y="732843"/>
            <a:ext cx="11606482" cy="37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Mobile Portal Access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531" y="1990763"/>
            <a:ext cx="4446161" cy="857501"/>
          </a:xfrm>
          <a:custGeom>
            <a:avLst/>
            <a:gdLst/>
            <a:ahLst/>
            <a:cxnLst/>
            <a:rect l="l" t="t" r="r" b="b"/>
            <a:pathLst>
              <a:path w="4446161" h="857501">
                <a:moveTo>
                  <a:pt x="151100" y="0"/>
                </a:moveTo>
                <a:lnTo>
                  <a:pt x="4295061" y="0"/>
                </a:lnTo>
                <a:cubicBezTo>
                  <a:pt x="4378511" y="0"/>
                  <a:pt x="4446161" y="67650"/>
                  <a:pt x="4446161" y="151100"/>
                </a:cubicBezTo>
                <a:lnTo>
                  <a:pt x="4446161" y="706401"/>
                </a:lnTo>
                <a:cubicBezTo>
                  <a:pt x="4446161" y="789851"/>
                  <a:pt x="4378511" y="857501"/>
                  <a:pt x="4295061" y="857501"/>
                </a:cubicBezTo>
                <a:lnTo>
                  <a:pt x="151100" y="857501"/>
                </a:lnTo>
                <a:cubicBezTo>
                  <a:pt x="67650" y="857501"/>
                  <a:pt x="0" y="789851"/>
                  <a:pt x="0" y="706401"/>
                </a:cubicBezTo>
                <a:lnTo>
                  <a:pt x="0" y="151100"/>
                </a:lnTo>
                <a:cubicBezTo>
                  <a:pt x="0" y="67650"/>
                  <a:pt x="67650" y="0"/>
                  <a:pt x="151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8635" y="2107865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113326" y="0"/>
                </a:moveTo>
                <a:lnTo>
                  <a:pt x="264428" y="0"/>
                </a:lnTo>
                <a:cubicBezTo>
                  <a:pt x="327016" y="0"/>
                  <a:pt x="377754" y="50738"/>
                  <a:pt x="377754" y="113326"/>
                </a:cubicBezTo>
                <a:lnTo>
                  <a:pt x="377754" y="264428"/>
                </a:lnTo>
                <a:cubicBezTo>
                  <a:pt x="377754" y="327016"/>
                  <a:pt x="327016" y="377754"/>
                  <a:pt x="264428" y="377754"/>
                </a:cubicBezTo>
                <a:lnTo>
                  <a:pt x="113326" y="377754"/>
                </a:lnTo>
                <a:cubicBezTo>
                  <a:pt x="50738" y="377754"/>
                  <a:pt x="0" y="327016"/>
                  <a:pt x="0" y="264428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254" y="2211747"/>
            <a:ext cx="191238" cy="169989"/>
          </a:xfrm>
          <a:custGeom>
            <a:avLst/>
            <a:gdLst/>
            <a:ahLst/>
            <a:cxnLst/>
            <a:rect l="l" t="t" r="r" b="b"/>
            <a:pathLst>
              <a:path w="191238" h="169989">
                <a:moveTo>
                  <a:pt x="31873" y="21249"/>
                </a:moveTo>
                <a:cubicBezTo>
                  <a:pt x="20153" y="21249"/>
                  <a:pt x="10624" y="30777"/>
                  <a:pt x="10624" y="42497"/>
                </a:cubicBezTo>
                <a:lnTo>
                  <a:pt x="10624" y="127492"/>
                </a:lnTo>
                <a:cubicBezTo>
                  <a:pt x="10624" y="139212"/>
                  <a:pt x="20153" y="148741"/>
                  <a:pt x="31873" y="148741"/>
                </a:cubicBezTo>
                <a:lnTo>
                  <a:pt x="116868" y="148741"/>
                </a:lnTo>
                <a:cubicBezTo>
                  <a:pt x="128588" y="148741"/>
                  <a:pt x="138116" y="139212"/>
                  <a:pt x="138116" y="127492"/>
                </a:cubicBezTo>
                <a:lnTo>
                  <a:pt x="138116" y="42497"/>
                </a:lnTo>
                <a:cubicBezTo>
                  <a:pt x="138116" y="30777"/>
                  <a:pt x="128588" y="21249"/>
                  <a:pt x="116868" y="21249"/>
                </a:cubicBezTo>
                <a:lnTo>
                  <a:pt x="31873" y="21249"/>
                </a:lnTo>
                <a:close/>
                <a:moveTo>
                  <a:pt x="154053" y="111555"/>
                </a:moveTo>
                <a:lnTo>
                  <a:pt x="178455" y="131078"/>
                </a:lnTo>
                <a:cubicBezTo>
                  <a:pt x="179850" y="132206"/>
                  <a:pt x="181576" y="132804"/>
                  <a:pt x="183369" y="132804"/>
                </a:cubicBezTo>
                <a:cubicBezTo>
                  <a:pt x="187718" y="132804"/>
                  <a:pt x="191238" y="129285"/>
                  <a:pt x="191238" y="124935"/>
                </a:cubicBezTo>
                <a:lnTo>
                  <a:pt x="191238" y="45054"/>
                </a:lnTo>
                <a:cubicBezTo>
                  <a:pt x="191238" y="40704"/>
                  <a:pt x="187718" y="37185"/>
                  <a:pt x="183369" y="37185"/>
                </a:cubicBezTo>
                <a:cubicBezTo>
                  <a:pt x="181576" y="37185"/>
                  <a:pt x="179850" y="37783"/>
                  <a:pt x="178455" y="38912"/>
                </a:cubicBezTo>
                <a:lnTo>
                  <a:pt x="154053" y="58434"/>
                </a:lnTo>
                <a:lnTo>
                  <a:pt x="154053" y="11155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89715" y="2164528"/>
            <a:ext cx="1152149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Live HD Video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635" y="2523394"/>
            <a:ext cx="4287504" cy="207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 your car anytime, anywhere with crystal-clear streaming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531" y="2931369"/>
            <a:ext cx="4446161" cy="857501"/>
          </a:xfrm>
          <a:custGeom>
            <a:avLst/>
            <a:gdLst/>
            <a:ahLst/>
            <a:cxnLst/>
            <a:rect l="l" t="t" r="r" b="b"/>
            <a:pathLst>
              <a:path w="4446161" h="857501">
                <a:moveTo>
                  <a:pt x="151100" y="0"/>
                </a:moveTo>
                <a:lnTo>
                  <a:pt x="4295061" y="0"/>
                </a:lnTo>
                <a:cubicBezTo>
                  <a:pt x="4378511" y="0"/>
                  <a:pt x="4446161" y="67650"/>
                  <a:pt x="4446161" y="151100"/>
                </a:cubicBezTo>
                <a:lnTo>
                  <a:pt x="4446161" y="706401"/>
                </a:lnTo>
                <a:cubicBezTo>
                  <a:pt x="4446161" y="789851"/>
                  <a:pt x="4378511" y="857501"/>
                  <a:pt x="4295061" y="857501"/>
                </a:cubicBezTo>
                <a:lnTo>
                  <a:pt x="151100" y="857501"/>
                </a:lnTo>
                <a:cubicBezTo>
                  <a:pt x="67650" y="857501"/>
                  <a:pt x="0" y="789851"/>
                  <a:pt x="0" y="706401"/>
                </a:cubicBezTo>
                <a:lnTo>
                  <a:pt x="0" y="151100"/>
                </a:lnTo>
                <a:cubicBezTo>
                  <a:pt x="0" y="67650"/>
                  <a:pt x="67650" y="0"/>
                  <a:pt x="151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635" y="3048473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113326" y="0"/>
                </a:moveTo>
                <a:lnTo>
                  <a:pt x="264428" y="0"/>
                </a:lnTo>
                <a:cubicBezTo>
                  <a:pt x="327016" y="0"/>
                  <a:pt x="377754" y="50738"/>
                  <a:pt x="377754" y="113326"/>
                </a:cubicBezTo>
                <a:lnTo>
                  <a:pt x="377754" y="264428"/>
                </a:lnTo>
                <a:cubicBezTo>
                  <a:pt x="377754" y="327016"/>
                  <a:pt x="327016" y="377754"/>
                  <a:pt x="264428" y="377754"/>
                </a:cubicBezTo>
                <a:lnTo>
                  <a:pt x="113326" y="377754"/>
                </a:lnTo>
                <a:cubicBezTo>
                  <a:pt x="50738" y="377754"/>
                  <a:pt x="0" y="327016"/>
                  <a:pt x="0" y="264428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4878" y="3152355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10624" y="10624"/>
                </a:moveTo>
                <a:cubicBezTo>
                  <a:pt x="16501" y="10624"/>
                  <a:pt x="21249" y="15372"/>
                  <a:pt x="21249" y="21249"/>
                </a:cubicBezTo>
                <a:lnTo>
                  <a:pt x="21249" y="132804"/>
                </a:lnTo>
                <a:cubicBezTo>
                  <a:pt x="21249" y="135726"/>
                  <a:pt x="23639" y="138116"/>
                  <a:pt x="26561" y="138116"/>
                </a:cubicBezTo>
                <a:lnTo>
                  <a:pt x="159365" y="138116"/>
                </a:lnTo>
                <a:cubicBezTo>
                  <a:pt x="165241" y="138116"/>
                  <a:pt x="169989" y="142864"/>
                  <a:pt x="169989" y="148741"/>
                </a:cubicBezTo>
                <a:cubicBezTo>
                  <a:pt x="169989" y="154617"/>
                  <a:pt x="165241" y="159365"/>
                  <a:pt x="159365" y="159365"/>
                </a:cubicBezTo>
                <a:lnTo>
                  <a:pt x="26561" y="159365"/>
                </a:lnTo>
                <a:cubicBezTo>
                  <a:pt x="11886" y="159365"/>
                  <a:pt x="0" y="147479"/>
                  <a:pt x="0" y="132804"/>
                </a:cubicBezTo>
                <a:lnTo>
                  <a:pt x="0" y="21249"/>
                </a:lnTo>
                <a:cubicBezTo>
                  <a:pt x="0" y="15372"/>
                  <a:pt x="4748" y="10624"/>
                  <a:pt x="10624" y="10624"/>
                </a:cubicBezTo>
                <a:close/>
                <a:moveTo>
                  <a:pt x="42497" y="31873"/>
                </a:moveTo>
                <a:cubicBezTo>
                  <a:pt x="42497" y="25996"/>
                  <a:pt x="47245" y="21249"/>
                  <a:pt x="53122" y="21249"/>
                </a:cubicBezTo>
                <a:lnTo>
                  <a:pt x="116868" y="21249"/>
                </a:lnTo>
                <a:cubicBezTo>
                  <a:pt x="122744" y="21249"/>
                  <a:pt x="127492" y="25996"/>
                  <a:pt x="127492" y="31873"/>
                </a:cubicBezTo>
                <a:cubicBezTo>
                  <a:pt x="127492" y="37750"/>
                  <a:pt x="122744" y="42497"/>
                  <a:pt x="116868" y="42497"/>
                </a:cubicBezTo>
                <a:lnTo>
                  <a:pt x="53122" y="42497"/>
                </a:lnTo>
                <a:cubicBezTo>
                  <a:pt x="47245" y="42497"/>
                  <a:pt x="42497" y="37750"/>
                  <a:pt x="42497" y="31873"/>
                </a:cubicBezTo>
                <a:close/>
                <a:moveTo>
                  <a:pt x="53122" y="58434"/>
                </a:moveTo>
                <a:lnTo>
                  <a:pt x="95619" y="58434"/>
                </a:lnTo>
                <a:cubicBezTo>
                  <a:pt x="101495" y="58434"/>
                  <a:pt x="106243" y="63182"/>
                  <a:pt x="106243" y="69058"/>
                </a:cubicBezTo>
                <a:cubicBezTo>
                  <a:pt x="106243" y="74935"/>
                  <a:pt x="101495" y="79682"/>
                  <a:pt x="95619" y="79682"/>
                </a:cubicBezTo>
                <a:lnTo>
                  <a:pt x="53122" y="79682"/>
                </a:lnTo>
                <a:cubicBezTo>
                  <a:pt x="47245" y="79682"/>
                  <a:pt x="42497" y="74935"/>
                  <a:pt x="42497" y="69058"/>
                </a:cubicBezTo>
                <a:cubicBezTo>
                  <a:pt x="42497" y="63182"/>
                  <a:pt x="47245" y="58434"/>
                  <a:pt x="53122" y="58434"/>
                </a:cubicBezTo>
                <a:close/>
                <a:moveTo>
                  <a:pt x="53122" y="95619"/>
                </a:moveTo>
                <a:lnTo>
                  <a:pt x="138116" y="95619"/>
                </a:lnTo>
                <a:cubicBezTo>
                  <a:pt x="143993" y="95619"/>
                  <a:pt x="148741" y="100367"/>
                  <a:pt x="148741" y="106243"/>
                </a:cubicBezTo>
                <a:cubicBezTo>
                  <a:pt x="148741" y="112120"/>
                  <a:pt x="143993" y="116868"/>
                  <a:pt x="138116" y="116868"/>
                </a:cubicBezTo>
                <a:lnTo>
                  <a:pt x="53122" y="116868"/>
                </a:lnTo>
                <a:cubicBezTo>
                  <a:pt x="47245" y="116868"/>
                  <a:pt x="42497" y="112120"/>
                  <a:pt x="42497" y="106243"/>
                </a:cubicBezTo>
                <a:cubicBezTo>
                  <a:pt x="42497" y="100367"/>
                  <a:pt x="47245" y="95619"/>
                  <a:pt x="53122" y="9561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989715" y="3105136"/>
            <a:ext cx="1274919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Real-Time 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635" y="3464002"/>
            <a:ext cx="4287504" cy="207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conditions monitored continuously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531" y="3871976"/>
            <a:ext cx="4446161" cy="857501"/>
          </a:xfrm>
          <a:custGeom>
            <a:avLst/>
            <a:gdLst/>
            <a:ahLst/>
            <a:cxnLst/>
            <a:rect l="l" t="t" r="r" b="b"/>
            <a:pathLst>
              <a:path w="4446161" h="857501">
                <a:moveTo>
                  <a:pt x="151100" y="0"/>
                </a:moveTo>
                <a:lnTo>
                  <a:pt x="4295061" y="0"/>
                </a:lnTo>
                <a:cubicBezTo>
                  <a:pt x="4378511" y="0"/>
                  <a:pt x="4446161" y="67650"/>
                  <a:pt x="4446161" y="151100"/>
                </a:cubicBezTo>
                <a:lnTo>
                  <a:pt x="4446161" y="706401"/>
                </a:lnTo>
                <a:cubicBezTo>
                  <a:pt x="4446161" y="789851"/>
                  <a:pt x="4378511" y="857501"/>
                  <a:pt x="4295061" y="857501"/>
                </a:cubicBezTo>
                <a:lnTo>
                  <a:pt x="151100" y="857501"/>
                </a:lnTo>
                <a:cubicBezTo>
                  <a:pt x="67650" y="857501"/>
                  <a:pt x="0" y="789851"/>
                  <a:pt x="0" y="706401"/>
                </a:cubicBezTo>
                <a:lnTo>
                  <a:pt x="0" y="151100"/>
                </a:lnTo>
                <a:cubicBezTo>
                  <a:pt x="0" y="67650"/>
                  <a:pt x="67650" y="0"/>
                  <a:pt x="151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97316">
                  <a:alpha val="20000"/>
                </a:srgbClr>
              </a:gs>
              <a:gs pos="100000">
                <a:srgbClr val="F97316">
                  <a:alpha val="5000"/>
                </a:srgbClr>
              </a:gs>
            </a:gsLst>
            <a:lin ang="2700000" scaled="1"/>
          </a:gradFill>
          <a:ln w="10160">
            <a:solidFill>
              <a:srgbClr val="F97316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635" y="3989080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113326" y="0"/>
                </a:moveTo>
                <a:lnTo>
                  <a:pt x="264428" y="0"/>
                </a:lnTo>
                <a:cubicBezTo>
                  <a:pt x="327016" y="0"/>
                  <a:pt x="377754" y="50738"/>
                  <a:pt x="377754" y="113326"/>
                </a:cubicBezTo>
                <a:lnTo>
                  <a:pt x="377754" y="264428"/>
                </a:lnTo>
                <a:cubicBezTo>
                  <a:pt x="377754" y="327016"/>
                  <a:pt x="327016" y="377754"/>
                  <a:pt x="264428" y="377754"/>
                </a:cubicBezTo>
                <a:lnTo>
                  <a:pt x="113326" y="377754"/>
                </a:lnTo>
                <a:cubicBezTo>
                  <a:pt x="50738" y="377754"/>
                  <a:pt x="0" y="327016"/>
                  <a:pt x="0" y="264428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F97316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04878" y="4092962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44423" y="12052"/>
                </a:moveTo>
                <a:cubicBezTo>
                  <a:pt x="48042" y="14575"/>
                  <a:pt x="48905" y="19555"/>
                  <a:pt x="46382" y="23141"/>
                </a:cubicBezTo>
                <a:lnTo>
                  <a:pt x="27789" y="49702"/>
                </a:lnTo>
                <a:cubicBezTo>
                  <a:pt x="26428" y="51628"/>
                  <a:pt x="24303" y="52856"/>
                  <a:pt x="21946" y="53055"/>
                </a:cubicBezTo>
                <a:cubicBezTo>
                  <a:pt x="19589" y="53254"/>
                  <a:pt x="17265" y="52458"/>
                  <a:pt x="15604" y="50798"/>
                </a:cubicBezTo>
                <a:lnTo>
                  <a:pt x="2324" y="37517"/>
                </a:lnTo>
                <a:cubicBezTo>
                  <a:pt x="-764" y="34396"/>
                  <a:pt x="-764" y="29350"/>
                  <a:pt x="2324" y="26229"/>
                </a:cubicBezTo>
                <a:cubicBezTo>
                  <a:pt x="5412" y="23108"/>
                  <a:pt x="10492" y="23141"/>
                  <a:pt x="13612" y="26229"/>
                </a:cubicBezTo>
                <a:lnTo>
                  <a:pt x="20186" y="32803"/>
                </a:lnTo>
                <a:lnTo>
                  <a:pt x="33334" y="14011"/>
                </a:lnTo>
                <a:cubicBezTo>
                  <a:pt x="35857" y="10392"/>
                  <a:pt x="40837" y="9529"/>
                  <a:pt x="44423" y="12052"/>
                </a:cubicBezTo>
                <a:close/>
                <a:moveTo>
                  <a:pt x="44423" y="65174"/>
                </a:moveTo>
                <a:cubicBezTo>
                  <a:pt x="48042" y="67697"/>
                  <a:pt x="48905" y="72677"/>
                  <a:pt x="46382" y="76263"/>
                </a:cubicBezTo>
                <a:lnTo>
                  <a:pt x="27789" y="102824"/>
                </a:lnTo>
                <a:cubicBezTo>
                  <a:pt x="26428" y="104749"/>
                  <a:pt x="24303" y="105978"/>
                  <a:pt x="21946" y="106177"/>
                </a:cubicBezTo>
                <a:cubicBezTo>
                  <a:pt x="19589" y="106376"/>
                  <a:pt x="17265" y="105579"/>
                  <a:pt x="15604" y="103919"/>
                </a:cubicBezTo>
                <a:lnTo>
                  <a:pt x="2324" y="90639"/>
                </a:lnTo>
                <a:cubicBezTo>
                  <a:pt x="-797" y="87518"/>
                  <a:pt x="-797" y="82471"/>
                  <a:pt x="2324" y="79384"/>
                </a:cubicBezTo>
                <a:cubicBezTo>
                  <a:pt x="5445" y="76296"/>
                  <a:pt x="10492" y="76263"/>
                  <a:pt x="13579" y="79384"/>
                </a:cubicBezTo>
                <a:lnTo>
                  <a:pt x="20153" y="85957"/>
                </a:lnTo>
                <a:lnTo>
                  <a:pt x="33301" y="67166"/>
                </a:lnTo>
                <a:cubicBezTo>
                  <a:pt x="35824" y="63547"/>
                  <a:pt x="40804" y="62684"/>
                  <a:pt x="44390" y="65207"/>
                </a:cubicBezTo>
                <a:close/>
                <a:moveTo>
                  <a:pt x="74370" y="31873"/>
                </a:moveTo>
                <a:cubicBezTo>
                  <a:pt x="74370" y="25996"/>
                  <a:pt x="79118" y="21249"/>
                  <a:pt x="84995" y="21249"/>
                </a:cubicBezTo>
                <a:lnTo>
                  <a:pt x="159365" y="21249"/>
                </a:lnTo>
                <a:cubicBezTo>
                  <a:pt x="165241" y="21249"/>
                  <a:pt x="169989" y="25996"/>
                  <a:pt x="169989" y="31873"/>
                </a:cubicBezTo>
                <a:cubicBezTo>
                  <a:pt x="169989" y="37750"/>
                  <a:pt x="165241" y="42497"/>
                  <a:pt x="159365" y="42497"/>
                </a:cubicBezTo>
                <a:lnTo>
                  <a:pt x="84995" y="42497"/>
                </a:lnTo>
                <a:cubicBezTo>
                  <a:pt x="79118" y="42497"/>
                  <a:pt x="74370" y="37750"/>
                  <a:pt x="74370" y="31873"/>
                </a:cubicBezTo>
                <a:close/>
                <a:moveTo>
                  <a:pt x="74370" y="84995"/>
                </a:moveTo>
                <a:cubicBezTo>
                  <a:pt x="74370" y="79118"/>
                  <a:pt x="79118" y="74370"/>
                  <a:pt x="84995" y="74370"/>
                </a:cubicBezTo>
                <a:lnTo>
                  <a:pt x="159365" y="74370"/>
                </a:lnTo>
                <a:cubicBezTo>
                  <a:pt x="165241" y="74370"/>
                  <a:pt x="169989" y="79118"/>
                  <a:pt x="169989" y="84995"/>
                </a:cubicBezTo>
                <a:cubicBezTo>
                  <a:pt x="169989" y="90871"/>
                  <a:pt x="165241" y="95619"/>
                  <a:pt x="159365" y="95619"/>
                </a:cubicBezTo>
                <a:lnTo>
                  <a:pt x="84995" y="95619"/>
                </a:lnTo>
                <a:cubicBezTo>
                  <a:pt x="79118" y="95619"/>
                  <a:pt x="74370" y="90871"/>
                  <a:pt x="74370" y="84995"/>
                </a:cubicBezTo>
                <a:close/>
                <a:moveTo>
                  <a:pt x="53122" y="138116"/>
                </a:moveTo>
                <a:cubicBezTo>
                  <a:pt x="53122" y="132240"/>
                  <a:pt x="57869" y="127492"/>
                  <a:pt x="63746" y="127492"/>
                </a:cubicBezTo>
                <a:lnTo>
                  <a:pt x="159365" y="127492"/>
                </a:lnTo>
                <a:cubicBezTo>
                  <a:pt x="165241" y="127492"/>
                  <a:pt x="169989" y="132240"/>
                  <a:pt x="169989" y="138116"/>
                </a:cubicBezTo>
                <a:cubicBezTo>
                  <a:pt x="169989" y="143993"/>
                  <a:pt x="165241" y="148741"/>
                  <a:pt x="159365" y="148741"/>
                </a:cubicBezTo>
                <a:lnTo>
                  <a:pt x="63746" y="148741"/>
                </a:lnTo>
                <a:cubicBezTo>
                  <a:pt x="57869" y="148741"/>
                  <a:pt x="53122" y="143993"/>
                  <a:pt x="53122" y="138116"/>
                </a:cubicBezTo>
                <a:close/>
                <a:moveTo>
                  <a:pt x="21249" y="124836"/>
                </a:moveTo>
                <a:cubicBezTo>
                  <a:pt x="28578" y="124836"/>
                  <a:pt x="34529" y="130787"/>
                  <a:pt x="34529" y="138116"/>
                </a:cubicBezTo>
                <a:cubicBezTo>
                  <a:pt x="34529" y="145446"/>
                  <a:pt x="28578" y="151397"/>
                  <a:pt x="21249" y="151397"/>
                </a:cubicBezTo>
                <a:cubicBezTo>
                  <a:pt x="13919" y="151397"/>
                  <a:pt x="7968" y="145446"/>
                  <a:pt x="7968" y="138116"/>
                </a:cubicBezTo>
                <a:cubicBezTo>
                  <a:pt x="7968" y="130787"/>
                  <a:pt x="13919" y="124836"/>
                  <a:pt x="21249" y="124836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989715" y="4045743"/>
            <a:ext cx="1454352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Progress Updates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635" y="4404609"/>
            <a:ext cx="4287504" cy="207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 exactly when to arrive with live countdown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531" y="4812581"/>
            <a:ext cx="4446161" cy="857501"/>
          </a:xfrm>
          <a:custGeom>
            <a:avLst/>
            <a:gdLst/>
            <a:ahLst/>
            <a:cxnLst/>
            <a:rect l="l" t="t" r="r" b="b"/>
            <a:pathLst>
              <a:path w="4446161" h="857501">
                <a:moveTo>
                  <a:pt x="151100" y="0"/>
                </a:moveTo>
                <a:lnTo>
                  <a:pt x="4295061" y="0"/>
                </a:lnTo>
                <a:cubicBezTo>
                  <a:pt x="4378511" y="0"/>
                  <a:pt x="4446161" y="67650"/>
                  <a:pt x="4446161" y="151100"/>
                </a:cubicBezTo>
                <a:lnTo>
                  <a:pt x="4446161" y="706401"/>
                </a:lnTo>
                <a:cubicBezTo>
                  <a:pt x="4446161" y="789851"/>
                  <a:pt x="4378511" y="857501"/>
                  <a:pt x="4295061" y="857501"/>
                </a:cubicBezTo>
                <a:lnTo>
                  <a:pt x="151100" y="857501"/>
                </a:lnTo>
                <a:cubicBezTo>
                  <a:pt x="67650" y="857501"/>
                  <a:pt x="0" y="789851"/>
                  <a:pt x="0" y="706401"/>
                </a:cubicBezTo>
                <a:lnTo>
                  <a:pt x="0" y="151100"/>
                </a:lnTo>
                <a:cubicBezTo>
                  <a:pt x="0" y="67650"/>
                  <a:pt x="67650" y="0"/>
                  <a:pt x="151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635" y="4929686"/>
            <a:ext cx="377754" cy="377754"/>
          </a:xfrm>
          <a:custGeom>
            <a:avLst/>
            <a:gdLst/>
            <a:ahLst/>
            <a:cxnLst/>
            <a:rect l="l" t="t" r="r" b="b"/>
            <a:pathLst>
              <a:path w="377754" h="377754">
                <a:moveTo>
                  <a:pt x="113326" y="0"/>
                </a:moveTo>
                <a:lnTo>
                  <a:pt x="264428" y="0"/>
                </a:lnTo>
                <a:cubicBezTo>
                  <a:pt x="327016" y="0"/>
                  <a:pt x="377754" y="50738"/>
                  <a:pt x="377754" y="113326"/>
                </a:cubicBezTo>
                <a:lnTo>
                  <a:pt x="377754" y="264428"/>
                </a:lnTo>
                <a:cubicBezTo>
                  <a:pt x="377754" y="327016"/>
                  <a:pt x="327016" y="377754"/>
                  <a:pt x="264428" y="377754"/>
                </a:cubicBezTo>
                <a:lnTo>
                  <a:pt x="113326" y="377754"/>
                </a:lnTo>
                <a:cubicBezTo>
                  <a:pt x="50738" y="377754"/>
                  <a:pt x="0" y="327016"/>
                  <a:pt x="0" y="264428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4878" y="5033568"/>
            <a:ext cx="169989" cy="169989"/>
          </a:xfrm>
          <a:custGeom>
            <a:avLst/>
            <a:gdLst/>
            <a:ahLst/>
            <a:cxnLst/>
            <a:rect l="l" t="t" r="r" b="b"/>
            <a:pathLst>
              <a:path w="169989" h="169989">
                <a:moveTo>
                  <a:pt x="84995" y="0"/>
                </a:moveTo>
                <a:cubicBezTo>
                  <a:pt x="86522" y="0"/>
                  <a:pt x="88049" y="332"/>
                  <a:pt x="89444" y="963"/>
                </a:cubicBezTo>
                <a:lnTo>
                  <a:pt x="151994" y="27490"/>
                </a:lnTo>
                <a:cubicBezTo>
                  <a:pt x="159298" y="30578"/>
                  <a:pt x="164743" y="37783"/>
                  <a:pt x="164710" y="46481"/>
                </a:cubicBezTo>
                <a:cubicBezTo>
                  <a:pt x="164544" y="79417"/>
                  <a:pt x="150998" y="139677"/>
                  <a:pt x="93793" y="167067"/>
                </a:cubicBezTo>
                <a:cubicBezTo>
                  <a:pt x="88248" y="169724"/>
                  <a:pt x="81807" y="169724"/>
                  <a:pt x="76263" y="167067"/>
                </a:cubicBezTo>
                <a:cubicBezTo>
                  <a:pt x="19024" y="139677"/>
                  <a:pt x="5511" y="79417"/>
                  <a:pt x="5345" y="46481"/>
                </a:cubicBezTo>
                <a:cubicBezTo>
                  <a:pt x="5312" y="37783"/>
                  <a:pt x="10757" y="30578"/>
                  <a:pt x="18061" y="27490"/>
                </a:cubicBezTo>
                <a:lnTo>
                  <a:pt x="80579" y="963"/>
                </a:lnTo>
                <a:cubicBezTo>
                  <a:pt x="81973" y="332"/>
                  <a:pt x="83467" y="0"/>
                  <a:pt x="84995" y="0"/>
                </a:cubicBezTo>
                <a:close/>
                <a:moveTo>
                  <a:pt x="84995" y="22178"/>
                </a:moveTo>
                <a:lnTo>
                  <a:pt x="84995" y="147711"/>
                </a:lnTo>
                <a:cubicBezTo>
                  <a:pt x="130812" y="125533"/>
                  <a:pt x="143130" y="76396"/>
                  <a:pt x="143428" y="46979"/>
                </a:cubicBezTo>
                <a:lnTo>
                  <a:pt x="84995" y="22211"/>
                </a:lnTo>
                <a:lnTo>
                  <a:pt x="84995" y="22211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989715" y="4986349"/>
            <a:ext cx="1180480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Peace of Mind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8635" y="5345215"/>
            <a:ext cx="4287504" cy="207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more anxious waiting with full transparency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39259" y="1412800"/>
            <a:ext cx="2379848" cy="4835247"/>
          </a:xfrm>
          <a:custGeom>
            <a:avLst/>
            <a:gdLst/>
            <a:ahLst/>
            <a:cxnLst/>
            <a:rect l="l" t="t" r="r" b="b"/>
            <a:pathLst>
              <a:path w="2379848" h="4835247">
                <a:moveTo>
                  <a:pt x="377753" y="0"/>
                </a:moveTo>
                <a:lnTo>
                  <a:pt x="2002095" y="0"/>
                </a:lnTo>
                <a:cubicBezTo>
                  <a:pt x="2210722" y="0"/>
                  <a:pt x="2379848" y="169126"/>
                  <a:pt x="2379848" y="377753"/>
                </a:cubicBezTo>
                <a:lnTo>
                  <a:pt x="2379848" y="4457494"/>
                </a:lnTo>
                <a:cubicBezTo>
                  <a:pt x="2379848" y="4666121"/>
                  <a:pt x="2210722" y="4835247"/>
                  <a:pt x="2002095" y="4835247"/>
                </a:cubicBezTo>
                <a:lnTo>
                  <a:pt x="377753" y="4835247"/>
                </a:lnTo>
                <a:cubicBezTo>
                  <a:pt x="169126" y="4835247"/>
                  <a:pt x="0" y="4666121"/>
                  <a:pt x="0" y="4457494"/>
                </a:cubicBezTo>
                <a:lnTo>
                  <a:pt x="0" y="377753"/>
                </a:lnTo>
                <a:cubicBezTo>
                  <a:pt x="0" y="169266"/>
                  <a:pt x="169266" y="0"/>
                  <a:pt x="377753" y="0"/>
                </a:cubicBezTo>
                <a:close/>
              </a:path>
            </a:pathLst>
          </a:custGeom>
          <a:solidFill>
            <a:srgbClr val="1E293B"/>
          </a:solidFill>
          <a:ln w="101600">
            <a:solidFill>
              <a:srgbClr val="334155"/>
            </a:solidFill>
            <a:prstDash val="solid"/>
          </a:ln>
          <a:effectLst>
            <a:outerShdw sx="100000" sy="100000" kx="0" ky="0" algn="bl" rotWithShape="0" blurRad="472192" dist="236096" dir="5400000">
              <a:srgbClr val="000000">
                <a:alpha val="25098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77035" y="1450575"/>
            <a:ext cx="2304297" cy="4759696"/>
          </a:xfrm>
          <a:custGeom>
            <a:avLst/>
            <a:gdLst/>
            <a:ahLst/>
            <a:cxnLst/>
            <a:rect l="l" t="t" r="r" b="b"/>
            <a:pathLst>
              <a:path w="2304297" h="4759696">
                <a:moveTo>
                  <a:pt x="0" y="0"/>
                </a:moveTo>
                <a:lnTo>
                  <a:pt x="2304297" y="0"/>
                </a:lnTo>
                <a:lnTo>
                  <a:pt x="2304297" y="4759696"/>
                </a:lnTo>
                <a:lnTo>
                  <a:pt x="0" y="4759696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7" name="Shape 25"/>
          <p:cNvSpPr/>
          <p:nvPr/>
        </p:nvSpPr>
        <p:spPr>
          <a:xfrm>
            <a:off x="5777035" y="1450575"/>
            <a:ext cx="2304297" cy="919830"/>
          </a:xfrm>
          <a:custGeom>
            <a:avLst/>
            <a:gdLst/>
            <a:ahLst/>
            <a:cxnLst/>
            <a:rect l="l" t="t" r="r" b="b"/>
            <a:pathLst>
              <a:path w="2304297" h="919830">
                <a:moveTo>
                  <a:pt x="0" y="0"/>
                </a:moveTo>
                <a:lnTo>
                  <a:pt x="2304297" y="0"/>
                </a:lnTo>
                <a:lnTo>
                  <a:pt x="2304297" y="919830"/>
                </a:lnTo>
                <a:lnTo>
                  <a:pt x="0" y="91983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06B6D4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5777035" y="2370405"/>
            <a:ext cx="2304297" cy="7555"/>
          </a:xfrm>
          <a:custGeom>
            <a:avLst/>
            <a:gdLst/>
            <a:ahLst/>
            <a:cxnLst/>
            <a:rect l="l" t="t" r="r" b="b"/>
            <a:pathLst>
              <a:path w="2304297" h="7555">
                <a:moveTo>
                  <a:pt x="0" y="0"/>
                </a:moveTo>
                <a:lnTo>
                  <a:pt x="2304297" y="0"/>
                </a:lnTo>
                <a:lnTo>
                  <a:pt x="2304297" y="7555"/>
                </a:lnTo>
                <a:lnTo>
                  <a:pt x="0" y="7555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909248" y="1592233"/>
            <a:ext cx="132214" cy="132214"/>
          </a:xfrm>
          <a:custGeom>
            <a:avLst/>
            <a:gdLst/>
            <a:ahLst/>
            <a:cxnLst/>
            <a:rect l="l" t="t" r="r" b="b"/>
            <a:pathLst>
              <a:path w="132214" h="132214">
                <a:moveTo>
                  <a:pt x="2427" y="60271"/>
                </a:moveTo>
                <a:cubicBezTo>
                  <a:pt x="-801" y="63499"/>
                  <a:pt x="-801" y="68741"/>
                  <a:pt x="2427" y="71969"/>
                </a:cubicBezTo>
                <a:lnTo>
                  <a:pt x="43744" y="113286"/>
                </a:lnTo>
                <a:cubicBezTo>
                  <a:pt x="46972" y="116513"/>
                  <a:pt x="52214" y="116513"/>
                  <a:pt x="55442" y="113286"/>
                </a:cubicBezTo>
                <a:cubicBezTo>
                  <a:pt x="58670" y="110058"/>
                  <a:pt x="58670" y="104816"/>
                  <a:pt x="55442" y="101588"/>
                </a:cubicBezTo>
                <a:lnTo>
                  <a:pt x="28225" y="74370"/>
                </a:lnTo>
                <a:lnTo>
                  <a:pt x="123950" y="74370"/>
                </a:lnTo>
                <a:cubicBezTo>
                  <a:pt x="128521" y="74370"/>
                  <a:pt x="132214" y="70678"/>
                  <a:pt x="132214" y="66107"/>
                </a:cubicBezTo>
                <a:cubicBezTo>
                  <a:pt x="132214" y="61536"/>
                  <a:pt x="128521" y="57844"/>
                  <a:pt x="123950" y="57844"/>
                </a:cubicBezTo>
                <a:lnTo>
                  <a:pt x="28225" y="57844"/>
                </a:lnTo>
                <a:lnTo>
                  <a:pt x="55442" y="30626"/>
                </a:lnTo>
                <a:cubicBezTo>
                  <a:pt x="58670" y="27398"/>
                  <a:pt x="58670" y="22156"/>
                  <a:pt x="55442" y="18928"/>
                </a:cubicBezTo>
                <a:cubicBezTo>
                  <a:pt x="52214" y="15700"/>
                  <a:pt x="46972" y="15700"/>
                  <a:pt x="43744" y="18928"/>
                </a:cubicBezTo>
                <a:lnTo>
                  <a:pt x="2427" y="6024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669950" y="1563901"/>
            <a:ext cx="585518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Your Car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871207" y="1592233"/>
            <a:ext cx="33053" cy="132214"/>
          </a:xfrm>
          <a:custGeom>
            <a:avLst/>
            <a:gdLst/>
            <a:ahLst/>
            <a:cxnLst/>
            <a:rect l="l" t="t" r="r" b="b"/>
            <a:pathLst>
              <a:path w="33053" h="132214">
                <a:moveTo>
                  <a:pt x="16527" y="37185"/>
                </a:moveTo>
                <a:cubicBezTo>
                  <a:pt x="8546" y="37185"/>
                  <a:pt x="2066" y="30705"/>
                  <a:pt x="2066" y="22724"/>
                </a:cubicBezTo>
                <a:cubicBezTo>
                  <a:pt x="2066" y="14743"/>
                  <a:pt x="8546" y="8263"/>
                  <a:pt x="16527" y="8263"/>
                </a:cubicBezTo>
                <a:cubicBezTo>
                  <a:pt x="24508" y="8263"/>
                  <a:pt x="30988" y="14743"/>
                  <a:pt x="30988" y="22724"/>
                </a:cubicBezTo>
                <a:cubicBezTo>
                  <a:pt x="30988" y="30705"/>
                  <a:pt x="24508" y="37185"/>
                  <a:pt x="16527" y="37185"/>
                </a:cubicBezTo>
                <a:close/>
                <a:moveTo>
                  <a:pt x="16527" y="95029"/>
                </a:moveTo>
                <a:cubicBezTo>
                  <a:pt x="24506" y="95029"/>
                  <a:pt x="30988" y="101510"/>
                  <a:pt x="30988" y="109490"/>
                </a:cubicBezTo>
                <a:cubicBezTo>
                  <a:pt x="30988" y="117469"/>
                  <a:pt x="24506" y="123950"/>
                  <a:pt x="16527" y="123950"/>
                </a:cubicBezTo>
                <a:cubicBezTo>
                  <a:pt x="8547" y="123950"/>
                  <a:pt x="2066" y="117469"/>
                  <a:pt x="2066" y="109490"/>
                </a:cubicBezTo>
                <a:cubicBezTo>
                  <a:pt x="2066" y="101510"/>
                  <a:pt x="8547" y="95029"/>
                  <a:pt x="16527" y="95029"/>
                </a:cubicBezTo>
                <a:close/>
                <a:moveTo>
                  <a:pt x="30988" y="66107"/>
                </a:moveTo>
                <a:cubicBezTo>
                  <a:pt x="30988" y="74086"/>
                  <a:pt x="24506" y="80568"/>
                  <a:pt x="16527" y="80568"/>
                </a:cubicBezTo>
                <a:cubicBezTo>
                  <a:pt x="8547" y="80568"/>
                  <a:pt x="2066" y="74086"/>
                  <a:pt x="2066" y="66107"/>
                </a:cubicBezTo>
                <a:cubicBezTo>
                  <a:pt x="2066" y="58128"/>
                  <a:pt x="8547" y="51646"/>
                  <a:pt x="16527" y="51646"/>
                </a:cubicBezTo>
                <a:cubicBezTo>
                  <a:pt x="24506" y="51646"/>
                  <a:pt x="30988" y="58128"/>
                  <a:pt x="30988" y="6610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890361" y="1828329"/>
            <a:ext cx="2077645" cy="424973"/>
          </a:xfrm>
          <a:custGeom>
            <a:avLst/>
            <a:gdLst/>
            <a:ahLst/>
            <a:cxnLst/>
            <a:rect l="l" t="t" r="r" b="b"/>
            <a:pathLst>
              <a:path w="2077645" h="424973">
                <a:moveTo>
                  <a:pt x="75552" y="0"/>
                </a:moveTo>
                <a:lnTo>
                  <a:pt x="2002094" y="0"/>
                </a:lnTo>
                <a:cubicBezTo>
                  <a:pt x="2043820" y="0"/>
                  <a:pt x="2077645" y="33826"/>
                  <a:pt x="2077645" y="75552"/>
                </a:cubicBezTo>
                <a:lnTo>
                  <a:pt x="2077645" y="349421"/>
                </a:lnTo>
                <a:cubicBezTo>
                  <a:pt x="2077645" y="391147"/>
                  <a:pt x="2043820" y="424973"/>
                  <a:pt x="2002094" y="424973"/>
                </a:cubicBezTo>
                <a:lnTo>
                  <a:pt x="75552" y="424973"/>
                </a:lnTo>
                <a:cubicBezTo>
                  <a:pt x="33826" y="424973"/>
                  <a:pt x="0" y="391147"/>
                  <a:pt x="0" y="349421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770054" y="1922767"/>
            <a:ext cx="75551" cy="75551"/>
          </a:xfrm>
          <a:custGeom>
            <a:avLst/>
            <a:gdLst/>
            <a:ahLst/>
            <a:cxnLst/>
            <a:rect l="l" t="t" r="r" b="b"/>
            <a:pathLst>
              <a:path w="75551" h="75551">
                <a:moveTo>
                  <a:pt x="0" y="37775"/>
                </a:moveTo>
                <a:cubicBezTo>
                  <a:pt x="0" y="16927"/>
                  <a:pt x="16927" y="0"/>
                  <a:pt x="37775" y="0"/>
                </a:cubicBezTo>
                <a:cubicBezTo>
                  <a:pt x="58624" y="0"/>
                  <a:pt x="75551" y="16927"/>
                  <a:pt x="75551" y="37775"/>
                </a:cubicBezTo>
                <a:cubicBezTo>
                  <a:pt x="75551" y="58624"/>
                  <a:pt x="58624" y="75551"/>
                  <a:pt x="37775" y="75551"/>
                </a:cubicBezTo>
                <a:cubicBezTo>
                  <a:pt x="16927" y="75551"/>
                  <a:pt x="0" y="58624"/>
                  <a:pt x="0" y="3777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045943" y="1884992"/>
            <a:ext cx="1889010" cy="14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744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18692" y="2045537"/>
            <a:ext cx="2020982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Pit 2 - BMW X5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77035" y="2374063"/>
            <a:ext cx="2304297" cy="1359913"/>
          </a:xfrm>
          <a:custGeom>
            <a:avLst/>
            <a:gdLst/>
            <a:ahLst/>
            <a:cxnLst/>
            <a:rect l="l" t="t" r="r" b="b"/>
            <a:pathLst>
              <a:path w="2304297" h="1359913">
                <a:moveTo>
                  <a:pt x="0" y="0"/>
                </a:moveTo>
                <a:lnTo>
                  <a:pt x="2304297" y="0"/>
                </a:lnTo>
                <a:lnTo>
                  <a:pt x="2304297" y="1359913"/>
                </a:lnTo>
                <a:lnTo>
                  <a:pt x="0" y="1359913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/>
        </p:spPr>
      </p:sp>
      <p:pic>
        <p:nvPicPr>
          <p:cNvPr id="37" name="Image 0" descr="https://kimi-web-img.moonshot.cn/img/challengerlifts.com/580dd0c81947800460d880aba9829eeb3916d321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2344" r="2344" t="0" b="0"/>
          <a:stretch/>
        </p:blipFill>
        <p:spPr>
          <a:xfrm>
            <a:off x="5777035" y="2374063"/>
            <a:ext cx="2304297" cy="1359913"/>
          </a:xfrm>
          <a:prstGeom prst="roundRect">
            <a:avLst>
              <a:gd name="adj" fmla="val 0"/>
            </a:avLst>
          </a:prstGeom>
        </p:spPr>
      </p:pic>
      <p:sp>
        <p:nvSpPr>
          <p:cNvPr id="38" name="Shape 35"/>
          <p:cNvSpPr/>
          <p:nvPr/>
        </p:nvSpPr>
        <p:spPr>
          <a:xfrm>
            <a:off x="5777035" y="2374063"/>
            <a:ext cx="2304297" cy="1359913"/>
          </a:xfrm>
          <a:custGeom>
            <a:avLst/>
            <a:gdLst/>
            <a:ahLst/>
            <a:cxnLst/>
            <a:rect l="l" t="t" r="r" b="b"/>
            <a:pathLst>
              <a:path w="2304297" h="1359913">
                <a:moveTo>
                  <a:pt x="0" y="0"/>
                </a:moveTo>
                <a:lnTo>
                  <a:pt x="2304297" y="0"/>
                </a:lnTo>
                <a:lnTo>
                  <a:pt x="2304297" y="1359913"/>
                </a:lnTo>
                <a:lnTo>
                  <a:pt x="0" y="135991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9" name="Shape 36"/>
          <p:cNvSpPr/>
          <p:nvPr/>
        </p:nvSpPr>
        <p:spPr>
          <a:xfrm>
            <a:off x="5894138" y="3851080"/>
            <a:ext cx="630849" cy="649736"/>
          </a:xfrm>
          <a:custGeom>
            <a:avLst/>
            <a:gdLst/>
            <a:ahLst/>
            <a:cxnLst/>
            <a:rect l="l" t="t" r="r" b="b"/>
            <a:pathLst>
              <a:path w="630849" h="649736">
                <a:moveTo>
                  <a:pt x="75550" y="0"/>
                </a:moveTo>
                <a:lnTo>
                  <a:pt x="555298" y="0"/>
                </a:lnTo>
                <a:cubicBezTo>
                  <a:pt x="597024" y="0"/>
                  <a:pt x="630849" y="33825"/>
                  <a:pt x="630849" y="75550"/>
                </a:cubicBezTo>
                <a:lnTo>
                  <a:pt x="630849" y="574186"/>
                </a:lnTo>
                <a:cubicBezTo>
                  <a:pt x="630849" y="615911"/>
                  <a:pt x="597024" y="649736"/>
                  <a:pt x="555298" y="649736"/>
                </a:cubicBezTo>
                <a:lnTo>
                  <a:pt x="75550" y="649736"/>
                </a:lnTo>
                <a:cubicBezTo>
                  <a:pt x="33825" y="649736"/>
                  <a:pt x="0" y="615911"/>
                  <a:pt x="0" y="574186"/>
                </a:cubicBezTo>
                <a:lnTo>
                  <a:pt x="0" y="75550"/>
                </a:lnTo>
                <a:cubicBezTo>
                  <a:pt x="0" y="33853"/>
                  <a:pt x="33853" y="0"/>
                  <a:pt x="75550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176037" y="3979517"/>
            <a:ext cx="70829" cy="113326"/>
          </a:xfrm>
          <a:custGeom>
            <a:avLst/>
            <a:gdLst/>
            <a:ahLst/>
            <a:cxnLst/>
            <a:rect l="l" t="t" r="r" b="b"/>
            <a:pathLst>
              <a:path w="70829" h="113326">
                <a:moveTo>
                  <a:pt x="35414" y="0"/>
                </a:moveTo>
                <a:cubicBezTo>
                  <a:pt x="23683" y="0"/>
                  <a:pt x="14166" y="9518"/>
                  <a:pt x="14166" y="21249"/>
                </a:cubicBezTo>
                <a:lnTo>
                  <a:pt x="14166" y="57703"/>
                </a:lnTo>
                <a:cubicBezTo>
                  <a:pt x="7636" y="63525"/>
                  <a:pt x="3541" y="72024"/>
                  <a:pt x="3541" y="81453"/>
                </a:cubicBezTo>
                <a:cubicBezTo>
                  <a:pt x="3541" y="99050"/>
                  <a:pt x="17818" y="113326"/>
                  <a:pt x="35414" y="113326"/>
                </a:cubicBezTo>
                <a:cubicBezTo>
                  <a:pt x="53011" y="113326"/>
                  <a:pt x="67287" y="99050"/>
                  <a:pt x="67287" y="81453"/>
                </a:cubicBezTo>
                <a:cubicBezTo>
                  <a:pt x="67287" y="72024"/>
                  <a:pt x="63193" y="63525"/>
                  <a:pt x="56663" y="57703"/>
                </a:cubicBezTo>
                <a:lnTo>
                  <a:pt x="56663" y="21249"/>
                </a:lnTo>
                <a:cubicBezTo>
                  <a:pt x="56663" y="9518"/>
                  <a:pt x="47145" y="0"/>
                  <a:pt x="35414" y="0"/>
                </a:cubicBezTo>
                <a:close/>
                <a:moveTo>
                  <a:pt x="49580" y="81453"/>
                </a:moveTo>
                <a:cubicBezTo>
                  <a:pt x="49580" y="89266"/>
                  <a:pt x="43228" y="95619"/>
                  <a:pt x="35414" y="95619"/>
                </a:cubicBezTo>
                <a:cubicBezTo>
                  <a:pt x="27601" y="95619"/>
                  <a:pt x="21249" y="89266"/>
                  <a:pt x="21249" y="81453"/>
                </a:cubicBezTo>
                <a:cubicBezTo>
                  <a:pt x="21249" y="75499"/>
                  <a:pt x="24901" y="70408"/>
                  <a:pt x="30102" y="68328"/>
                </a:cubicBezTo>
                <a:lnTo>
                  <a:pt x="30102" y="47809"/>
                </a:lnTo>
                <a:cubicBezTo>
                  <a:pt x="30102" y="44866"/>
                  <a:pt x="32471" y="42497"/>
                  <a:pt x="35414" y="42497"/>
                </a:cubicBezTo>
                <a:cubicBezTo>
                  <a:pt x="38358" y="42497"/>
                  <a:pt x="40727" y="44866"/>
                  <a:pt x="40727" y="47809"/>
                </a:cubicBezTo>
                <a:lnTo>
                  <a:pt x="40727" y="68328"/>
                </a:lnTo>
                <a:cubicBezTo>
                  <a:pt x="45928" y="70430"/>
                  <a:pt x="49580" y="75521"/>
                  <a:pt x="49580" y="8145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8"/>
          <p:cNvSpPr/>
          <p:nvPr/>
        </p:nvSpPr>
        <p:spPr>
          <a:xfrm>
            <a:off x="5921525" y="4138174"/>
            <a:ext cx="576074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24.5°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935691" y="4327050"/>
            <a:ext cx="547743" cy="11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595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611870" y="3851080"/>
            <a:ext cx="630849" cy="649736"/>
          </a:xfrm>
          <a:custGeom>
            <a:avLst/>
            <a:gdLst/>
            <a:ahLst/>
            <a:cxnLst/>
            <a:rect l="l" t="t" r="r" b="b"/>
            <a:pathLst>
              <a:path w="630849" h="649736">
                <a:moveTo>
                  <a:pt x="75550" y="0"/>
                </a:moveTo>
                <a:lnTo>
                  <a:pt x="555298" y="0"/>
                </a:lnTo>
                <a:cubicBezTo>
                  <a:pt x="597024" y="0"/>
                  <a:pt x="630849" y="33825"/>
                  <a:pt x="630849" y="75550"/>
                </a:cubicBezTo>
                <a:lnTo>
                  <a:pt x="630849" y="574186"/>
                </a:lnTo>
                <a:cubicBezTo>
                  <a:pt x="630849" y="615911"/>
                  <a:pt x="597024" y="649736"/>
                  <a:pt x="555298" y="649736"/>
                </a:cubicBezTo>
                <a:lnTo>
                  <a:pt x="75550" y="649736"/>
                </a:lnTo>
                <a:cubicBezTo>
                  <a:pt x="33825" y="649736"/>
                  <a:pt x="0" y="615911"/>
                  <a:pt x="0" y="574186"/>
                </a:cubicBezTo>
                <a:lnTo>
                  <a:pt x="0" y="75550"/>
                </a:lnTo>
                <a:cubicBezTo>
                  <a:pt x="0" y="33853"/>
                  <a:pt x="33853" y="0"/>
                  <a:pt x="75550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886686" y="3979517"/>
            <a:ext cx="84995" cy="113326"/>
          </a:xfrm>
          <a:custGeom>
            <a:avLst/>
            <a:gdLst/>
            <a:ahLst/>
            <a:cxnLst/>
            <a:rect l="l" t="t" r="r" b="b"/>
            <a:pathLst>
              <a:path w="84995" h="113326">
                <a:moveTo>
                  <a:pt x="42497" y="113326"/>
                </a:moveTo>
                <a:cubicBezTo>
                  <a:pt x="19035" y="113326"/>
                  <a:pt x="0" y="94291"/>
                  <a:pt x="0" y="70829"/>
                </a:cubicBezTo>
                <a:cubicBezTo>
                  <a:pt x="0" y="50643"/>
                  <a:pt x="28818" y="10160"/>
                  <a:pt x="36875" y="-775"/>
                </a:cubicBezTo>
                <a:cubicBezTo>
                  <a:pt x="38181" y="-2545"/>
                  <a:pt x="40240" y="-3541"/>
                  <a:pt x="42453" y="-3541"/>
                </a:cubicBezTo>
                <a:lnTo>
                  <a:pt x="42542" y="-3541"/>
                </a:lnTo>
                <a:cubicBezTo>
                  <a:pt x="44755" y="-3541"/>
                  <a:pt x="46813" y="-2545"/>
                  <a:pt x="48119" y="-775"/>
                </a:cubicBezTo>
                <a:cubicBezTo>
                  <a:pt x="56176" y="10160"/>
                  <a:pt x="84995" y="50643"/>
                  <a:pt x="84995" y="70829"/>
                </a:cubicBezTo>
                <a:cubicBezTo>
                  <a:pt x="84995" y="94291"/>
                  <a:pt x="65959" y="113326"/>
                  <a:pt x="42497" y="113326"/>
                </a:cubicBezTo>
                <a:close/>
                <a:moveTo>
                  <a:pt x="24790" y="69058"/>
                </a:moveTo>
                <a:cubicBezTo>
                  <a:pt x="24790" y="66114"/>
                  <a:pt x="22422" y="63746"/>
                  <a:pt x="19478" y="63746"/>
                </a:cubicBezTo>
                <a:cubicBezTo>
                  <a:pt x="16534" y="63746"/>
                  <a:pt x="14166" y="66114"/>
                  <a:pt x="14166" y="69058"/>
                </a:cubicBezTo>
                <a:cubicBezTo>
                  <a:pt x="14166" y="85681"/>
                  <a:pt x="27645" y="99160"/>
                  <a:pt x="44268" y="99160"/>
                </a:cubicBezTo>
                <a:cubicBezTo>
                  <a:pt x="47212" y="99160"/>
                  <a:pt x="49580" y="96792"/>
                  <a:pt x="49580" y="93848"/>
                </a:cubicBezTo>
                <a:cubicBezTo>
                  <a:pt x="49580" y="90904"/>
                  <a:pt x="47212" y="88536"/>
                  <a:pt x="44268" y="88536"/>
                </a:cubicBezTo>
                <a:cubicBezTo>
                  <a:pt x="33511" y="88536"/>
                  <a:pt x="24790" y="79815"/>
                  <a:pt x="24790" y="6905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5" name="Text 42"/>
          <p:cNvSpPr/>
          <p:nvPr/>
        </p:nvSpPr>
        <p:spPr>
          <a:xfrm>
            <a:off x="6639257" y="4138174"/>
            <a:ext cx="576074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55%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653423" y="4327050"/>
            <a:ext cx="547743" cy="11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595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Humidity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329602" y="3851080"/>
            <a:ext cx="630849" cy="649736"/>
          </a:xfrm>
          <a:custGeom>
            <a:avLst/>
            <a:gdLst/>
            <a:ahLst/>
            <a:cxnLst/>
            <a:rect l="l" t="t" r="r" b="b"/>
            <a:pathLst>
              <a:path w="630849" h="649736">
                <a:moveTo>
                  <a:pt x="75550" y="0"/>
                </a:moveTo>
                <a:lnTo>
                  <a:pt x="555298" y="0"/>
                </a:lnTo>
                <a:cubicBezTo>
                  <a:pt x="597024" y="0"/>
                  <a:pt x="630849" y="33825"/>
                  <a:pt x="630849" y="75550"/>
                </a:cubicBezTo>
                <a:lnTo>
                  <a:pt x="630849" y="574186"/>
                </a:lnTo>
                <a:cubicBezTo>
                  <a:pt x="630849" y="615911"/>
                  <a:pt x="597024" y="649736"/>
                  <a:pt x="555298" y="649736"/>
                </a:cubicBezTo>
                <a:lnTo>
                  <a:pt x="75550" y="649736"/>
                </a:lnTo>
                <a:cubicBezTo>
                  <a:pt x="33825" y="649736"/>
                  <a:pt x="0" y="615911"/>
                  <a:pt x="0" y="574186"/>
                </a:cubicBezTo>
                <a:lnTo>
                  <a:pt x="0" y="75550"/>
                </a:lnTo>
                <a:cubicBezTo>
                  <a:pt x="0" y="33853"/>
                  <a:pt x="33853" y="0"/>
                  <a:pt x="75550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590252" y="3979517"/>
            <a:ext cx="113326" cy="113326"/>
          </a:xfrm>
          <a:custGeom>
            <a:avLst/>
            <a:gdLst/>
            <a:ahLst/>
            <a:cxnLst/>
            <a:rect l="l" t="t" r="r" b="b"/>
            <a:pathLst>
              <a:path w="113326" h="113326">
                <a:moveTo>
                  <a:pt x="63746" y="7083"/>
                </a:moveTo>
                <a:cubicBezTo>
                  <a:pt x="63746" y="11001"/>
                  <a:pt x="66911" y="14166"/>
                  <a:pt x="70829" y="14166"/>
                </a:cubicBezTo>
                <a:lnTo>
                  <a:pt x="79682" y="14166"/>
                </a:lnTo>
                <a:cubicBezTo>
                  <a:pt x="82626" y="14166"/>
                  <a:pt x="84995" y="16534"/>
                  <a:pt x="84995" y="19478"/>
                </a:cubicBezTo>
                <a:cubicBezTo>
                  <a:pt x="84995" y="22422"/>
                  <a:pt x="82626" y="24790"/>
                  <a:pt x="79682" y="24790"/>
                </a:cubicBezTo>
                <a:lnTo>
                  <a:pt x="7083" y="24790"/>
                </a:lnTo>
                <a:cubicBezTo>
                  <a:pt x="3165" y="24790"/>
                  <a:pt x="0" y="27955"/>
                  <a:pt x="0" y="31873"/>
                </a:cubicBezTo>
                <a:cubicBezTo>
                  <a:pt x="0" y="35791"/>
                  <a:pt x="3165" y="38956"/>
                  <a:pt x="7083" y="38956"/>
                </a:cubicBezTo>
                <a:lnTo>
                  <a:pt x="79682" y="38956"/>
                </a:lnTo>
                <a:cubicBezTo>
                  <a:pt x="90440" y="38956"/>
                  <a:pt x="99160" y="30235"/>
                  <a:pt x="99160" y="19478"/>
                </a:cubicBezTo>
                <a:cubicBezTo>
                  <a:pt x="99160" y="8721"/>
                  <a:pt x="90440" y="0"/>
                  <a:pt x="79682" y="0"/>
                </a:cubicBezTo>
                <a:lnTo>
                  <a:pt x="70829" y="0"/>
                </a:lnTo>
                <a:cubicBezTo>
                  <a:pt x="66911" y="0"/>
                  <a:pt x="63746" y="3165"/>
                  <a:pt x="63746" y="7083"/>
                </a:cubicBezTo>
                <a:close/>
                <a:moveTo>
                  <a:pt x="77912" y="84995"/>
                </a:moveTo>
                <a:cubicBezTo>
                  <a:pt x="77912" y="88912"/>
                  <a:pt x="81077" y="92077"/>
                  <a:pt x="84995" y="92077"/>
                </a:cubicBezTo>
                <a:lnTo>
                  <a:pt x="92077" y="92077"/>
                </a:lnTo>
                <a:cubicBezTo>
                  <a:pt x="103808" y="92077"/>
                  <a:pt x="113326" y="82560"/>
                  <a:pt x="113326" y="70829"/>
                </a:cubicBezTo>
                <a:cubicBezTo>
                  <a:pt x="113326" y="59098"/>
                  <a:pt x="103808" y="49580"/>
                  <a:pt x="92077" y="49580"/>
                </a:cubicBezTo>
                <a:lnTo>
                  <a:pt x="7083" y="49580"/>
                </a:lnTo>
                <a:cubicBezTo>
                  <a:pt x="3165" y="49580"/>
                  <a:pt x="0" y="52745"/>
                  <a:pt x="0" y="56663"/>
                </a:cubicBezTo>
                <a:cubicBezTo>
                  <a:pt x="0" y="60581"/>
                  <a:pt x="3165" y="63746"/>
                  <a:pt x="7083" y="63746"/>
                </a:cubicBezTo>
                <a:lnTo>
                  <a:pt x="92077" y="63746"/>
                </a:lnTo>
                <a:cubicBezTo>
                  <a:pt x="95995" y="63746"/>
                  <a:pt x="99160" y="66911"/>
                  <a:pt x="99160" y="70829"/>
                </a:cubicBezTo>
                <a:cubicBezTo>
                  <a:pt x="99160" y="74747"/>
                  <a:pt x="95995" y="77912"/>
                  <a:pt x="92077" y="77912"/>
                </a:cubicBezTo>
                <a:lnTo>
                  <a:pt x="84995" y="77912"/>
                </a:lnTo>
                <a:cubicBezTo>
                  <a:pt x="81077" y="77912"/>
                  <a:pt x="77912" y="81077"/>
                  <a:pt x="77912" y="84995"/>
                </a:cubicBezTo>
                <a:close/>
                <a:moveTo>
                  <a:pt x="28332" y="113326"/>
                </a:moveTo>
                <a:lnTo>
                  <a:pt x="37185" y="113326"/>
                </a:lnTo>
                <a:cubicBezTo>
                  <a:pt x="47942" y="113326"/>
                  <a:pt x="56663" y="104605"/>
                  <a:pt x="56663" y="93848"/>
                </a:cubicBezTo>
                <a:cubicBezTo>
                  <a:pt x="56663" y="83091"/>
                  <a:pt x="47942" y="74370"/>
                  <a:pt x="37185" y="74370"/>
                </a:cubicBezTo>
                <a:lnTo>
                  <a:pt x="7083" y="74370"/>
                </a:lnTo>
                <a:cubicBezTo>
                  <a:pt x="3165" y="74370"/>
                  <a:pt x="0" y="77535"/>
                  <a:pt x="0" y="81453"/>
                </a:cubicBezTo>
                <a:cubicBezTo>
                  <a:pt x="0" y="85371"/>
                  <a:pt x="3165" y="88536"/>
                  <a:pt x="7083" y="88536"/>
                </a:cubicBezTo>
                <a:lnTo>
                  <a:pt x="37185" y="88536"/>
                </a:lnTo>
                <a:cubicBezTo>
                  <a:pt x="40129" y="88536"/>
                  <a:pt x="42497" y="90904"/>
                  <a:pt x="42497" y="93848"/>
                </a:cubicBezTo>
                <a:cubicBezTo>
                  <a:pt x="42497" y="96792"/>
                  <a:pt x="40129" y="99160"/>
                  <a:pt x="37185" y="99160"/>
                </a:cubicBezTo>
                <a:lnTo>
                  <a:pt x="28332" y="99160"/>
                </a:lnTo>
                <a:cubicBezTo>
                  <a:pt x="24414" y="99160"/>
                  <a:pt x="21249" y="102326"/>
                  <a:pt x="21249" y="106243"/>
                </a:cubicBezTo>
                <a:cubicBezTo>
                  <a:pt x="21249" y="110161"/>
                  <a:pt x="24414" y="113326"/>
                  <a:pt x="28332" y="11332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9" name="Text 46"/>
          <p:cNvSpPr/>
          <p:nvPr/>
        </p:nvSpPr>
        <p:spPr>
          <a:xfrm>
            <a:off x="7356989" y="4138174"/>
            <a:ext cx="576074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78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371155" y="4327050"/>
            <a:ext cx="547743" cy="11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595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5894138" y="4583923"/>
            <a:ext cx="2066313" cy="781950"/>
          </a:xfrm>
          <a:custGeom>
            <a:avLst/>
            <a:gdLst/>
            <a:ahLst/>
            <a:cxnLst/>
            <a:rect l="l" t="t" r="r" b="b"/>
            <a:pathLst>
              <a:path w="2066313" h="781950">
                <a:moveTo>
                  <a:pt x="75552" y="0"/>
                </a:moveTo>
                <a:lnTo>
                  <a:pt x="1990761" y="0"/>
                </a:lnTo>
                <a:cubicBezTo>
                  <a:pt x="2032487" y="0"/>
                  <a:pt x="2066313" y="33826"/>
                  <a:pt x="2066313" y="75552"/>
                </a:cubicBezTo>
                <a:lnTo>
                  <a:pt x="2066313" y="706398"/>
                </a:lnTo>
                <a:cubicBezTo>
                  <a:pt x="2066313" y="748124"/>
                  <a:pt x="2032487" y="781950"/>
                  <a:pt x="1990761" y="781950"/>
                </a:cubicBezTo>
                <a:lnTo>
                  <a:pt x="75552" y="781950"/>
                </a:lnTo>
                <a:cubicBezTo>
                  <a:pt x="33826" y="781950"/>
                  <a:pt x="0" y="748124"/>
                  <a:pt x="0" y="706398"/>
                </a:cubicBezTo>
                <a:lnTo>
                  <a:pt x="0" y="75552"/>
                </a:lnTo>
                <a:cubicBezTo>
                  <a:pt x="0" y="33854"/>
                  <a:pt x="33854" y="0"/>
                  <a:pt x="75552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73466" y="4663252"/>
            <a:ext cx="358866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343768" y="4663252"/>
            <a:ext cx="594962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5973466" y="4852011"/>
            <a:ext cx="1964319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PPF Installation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5973466" y="5040768"/>
            <a:ext cx="1907656" cy="56663"/>
          </a:xfrm>
          <a:custGeom>
            <a:avLst/>
            <a:gdLst/>
            <a:ahLst/>
            <a:cxnLst/>
            <a:rect l="l" t="t" r="r" b="b"/>
            <a:pathLst>
              <a:path w="1907656" h="56663">
                <a:moveTo>
                  <a:pt x="28332" y="0"/>
                </a:moveTo>
                <a:lnTo>
                  <a:pt x="1879325" y="0"/>
                </a:lnTo>
                <a:cubicBezTo>
                  <a:pt x="1894972" y="0"/>
                  <a:pt x="1907656" y="12684"/>
                  <a:pt x="1907656" y="28332"/>
                </a:cubicBezTo>
                <a:lnTo>
                  <a:pt x="1907656" y="28332"/>
                </a:lnTo>
                <a:cubicBezTo>
                  <a:pt x="1907656" y="43979"/>
                  <a:pt x="1894972" y="56663"/>
                  <a:pt x="1879325" y="56663"/>
                </a:cubicBezTo>
                <a:lnTo>
                  <a:pt x="28332" y="56663"/>
                </a:lnTo>
                <a:cubicBezTo>
                  <a:pt x="12684" y="56663"/>
                  <a:pt x="0" y="43979"/>
                  <a:pt x="0" y="28332"/>
                </a:cubicBezTo>
                <a:lnTo>
                  <a:pt x="0" y="28332"/>
                </a:lnTo>
                <a:cubicBezTo>
                  <a:pt x="0" y="12684"/>
                  <a:pt x="12684" y="0"/>
                  <a:pt x="2833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6" name="Shape 53"/>
          <p:cNvSpPr/>
          <p:nvPr/>
        </p:nvSpPr>
        <p:spPr>
          <a:xfrm>
            <a:off x="5973466" y="5040768"/>
            <a:ext cx="1142705" cy="56663"/>
          </a:xfrm>
          <a:custGeom>
            <a:avLst/>
            <a:gdLst/>
            <a:ahLst/>
            <a:cxnLst/>
            <a:rect l="l" t="t" r="r" b="b"/>
            <a:pathLst>
              <a:path w="1142705" h="56663">
                <a:moveTo>
                  <a:pt x="28332" y="0"/>
                </a:moveTo>
                <a:lnTo>
                  <a:pt x="1114373" y="0"/>
                </a:lnTo>
                <a:cubicBezTo>
                  <a:pt x="1130020" y="0"/>
                  <a:pt x="1142705" y="12684"/>
                  <a:pt x="1142705" y="28332"/>
                </a:cubicBezTo>
                <a:lnTo>
                  <a:pt x="1142705" y="28332"/>
                </a:lnTo>
                <a:cubicBezTo>
                  <a:pt x="1142705" y="43979"/>
                  <a:pt x="1130020" y="56663"/>
                  <a:pt x="1114373" y="56663"/>
                </a:cubicBezTo>
                <a:lnTo>
                  <a:pt x="28332" y="56663"/>
                </a:lnTo>
                <a:cubicBezTo>
                  <a:pt x="12684" y="56663"/>
                  <a:pt x="0" y="43979"/>
                  <a:pt x="0" y="28332"/>
                </a:cubicBezTo>
                <a:lnTo>
                  <a:pt x="0" y="28332"/>
                </a:lnTo>
                <a:cubicBezTo>
                  <a:pt x="0" y="12684"/>
                  <a:pt x="12684" y="0"/>
                  <a:pt x="28332" y="0"/>
                </a:cubicBezTo>
                <a:close/>
              </a:path>
            </a:pathLst>
          </a:custGeom>
          <a:gradFill rotWithShape="1" flip="none">
            <a:gsLst>
              <a:gs pos="0">
                <a:srgbClr val="F97316"/>
              </a:gs>
              <a:gs pos="100000">
                <a:srgbClr val="F59E0B"/>
              </a:gs>
            </a:gsLst>
            <a:lin ang="0" scaled="1"/>
          </a:gradFill>
          <a:ln/>
        </p:spPr>
      </p:sp>
      <p:sp>
        <p:nvSpPr>
          <p:cNvPr id="57" name="Text 54"/>
          <p:cNvSpPr/>
          <p:nvPr/>
        </p:nvSpPr>
        <p:spPr>
          <a:xfrm>
            <a:off x="5973466" y="5135207"/>
            <a:ext cx="793283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 Complete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7360766" y="5135207"/>
            <a:ext cx="585518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2h 15m left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5894138" y="5448625"/>
            <a:ext cx="2066313" cy="574186"/>
          </a:xfrm>
          <a:custGeom>
            <a:avLst/>
            <a:gdLst/>
            <a:ahLst/>
            <a:cxnLst/>
            <a:rect l="l" t="t" r="r" b="b"/>
            <a:pathLst>
              <a:path w="2066313" h="574186">
                <a:moveTo>
                  <a:pt x="75551" y="0"/>
                </a:moveTo>
                <a:lnTo>
                  <a:pt x="1990761" y="0"/>
                </a:lnTo>
                <a:cubicBezTo>
                  <a:pt x="2032487" y="0"/>
                  <a:pt x="2066313" y="33825"/>
                  <a:pt x="2066313" y="75551"/>
                </a:cubicBezTo>
                <a:lnTo>
                  <a:pt x="2066313" y="498634"/>
                </a:lnTo>
                <a:cubicBezTo>
                  <a:pt x="2066313" y="540360"/>
                  <a:pt x="2032487" y="574186"/>
                  <a:pt x="1990761" y="574186"/>
                </a:cubicBezTo>
                <a:lnTo>
                  <a:pt x="75551" y="574186"/>
                </a:lnTo>
                <a:cubicBezTo>
                  <a:pt x="33825" y="574186"/>
                  <a:pt x="0" y="540360"/>
                  <a:pt x="0" y="498634"/>
                </a:cubicBezTo>
                <a:lnTo>
                  <a:pt x="0" y="75551"/>
                </a:lnTo>
                <a:cubicBezTo>
                  <a:pt x="0" y="33853"/>
                  <a:pt x="33853" y="0"/>
                  <a:pt x="75551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06B6D4">
                  <a:alpha val="20000"/>
                </a:srgbClr>
              </a:gs>
            </a:gsLst>
            <a:lin ang="0" scaled="1"/>
          </a:gra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987632" y="5546724"/>
            <a:ext cx="113326" cy="113326"/>
          </a:xfrm>
          <a:custGeom>
            <a:avLst/>
            <a:gdLst/>
            <a:ahLst/>
            <a:cxnLst/>
            <a:rect l="l" t="t" r="r" b="b"/>
            <a:pathLst>
              <a:path w="113326" h="113326">
                <a:moveTo>
                  <a:pt x="56663" y="0"/>
                </a:moveTo>
                <a:cubicBezTo>
                  <a:pt x="87936" y="0"/>
                  <a:pt x="113326" y="25390"/>
                  <a:pt x="113326" y="56663"/>
                </a:cubicBezTo>
                <a:cubicBezTo>
                  <a:pt x="113326" y="87936"/>
                  <a:pt x="87936" y="113326"/>
                  <a:pt x="56663" y="113326"/>
                </a:cubicBezTo>
                <a:cubicBezTo>
                  <a:pt x="25390" y="113326"/>
                  <a:pt x="0" y="87936"/>
                  <a:pt x="0" y="56663"/>
                </a:cubicBezTo>
                <a:cubicBezTo>
                  <a:pt x="0" y="25390"/>
                  <a:pt x="25390" y="0"/>
                  <a:pt x="56663" y="0"/>
                </a:cubicBezTo>
                <a:close/>
                <a:moveTo>
                  <a:pt x="51351" y="26561"/>
                </a:moveTo>
                <a:lnTo>
                  <a:pt x="51351" y="56663"/>
                </a:lnTo>
                <a:cubicBezTo>
                  <a:pt x="51351" y="58434"/>
                  <a:pt x="52236" y="60094"/>
                  <a:pt x="53719" y="61090"/>
                </a:cubicBezTo>
                <a:lnTo>
                  <a:pt x="74968" y="75256"/>
                </a:lnTo>
                <a:cubicBezTo>
                  <a:pt x="77403" y="76894"/>
                  <a:pt x="80701" y="76230"/>
                  <a:pt x="82338" y="73773"/>
                </a:cubicBezTo>
                <a:cubicBezTo>
                  <a:pt x="83976" y="71316"/>
                  <a:pt x="83312" y="68040"/>
                  <a:pt x="80856" y="66402"/>
                </a:cubicBezTo>
                <a:lnTo>
                  <a:pt x="61975" y="53830"/>
                </a:lnTo>
                <a:lnTo>
                  <a:pt x="61975" y="26561"/>
                </a:lnTo>
                <a:cubicBezTo>
                  <a:pt x="61975" y="23617"/>
                  <a:pt x="59607" y="21249"/>
                  <a:pt x="56663" y="21249"/>
                </a:cubicBezTo>
                <a:cubicBezTo>
                  <a:pt x="53719" y="21249"/>
                  <a:pt x="51351" y="23617"/>
                  <a:pt x="51351" y="2656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1" name="Text 58"/>
          <p:cNvSpPr/>
          <p:nvPr/>
        </p:nvSpPr>
        <p:spPr>
          <a:xfrm>
            <a:off x="6190675" y="5527954"/>
            <a:ext cx="1218256" cy="151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Estimated Completion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5973466" y="5716713"/>
            <a:ext cx="198320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06B6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Today, 4:30 PM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9032090" y="2768935"/>
            <a:ext cx="2774601" cy="2122976"/>
          </a:xfrm>
          <a:custGeom>
            <a:avLst/>
            <a:gdLst/>
            <a:ahLst/>
            <a:cxnLst/>
            <a:rect l="l" t="t" r="r" b="b"/>
            <a:pathLst>
              <a:path w="2774601" h="2122976">
                <a:moveTo>
                  <a:pt x="151092" y="0"/>
                </a:moveTo>
                <a:lnTo>
                  <a:pt x="2623509" y="0"/>
                </a:lnTo>
                <a:cubicBezTo>
                  <a:pt x="2706955" y="0"/>
                  <a:pt x="2774601" y="67646"/>
                  <a:pt x="2774601" y="151092"/>
                </a:cubicBezTo>
                <a:lnTo>
                  <a:pt x="2774601" y="1971883"/>
                </a:lnTo>
                <a:cubicBezTo>
                  <a:pt x="2774601" y="2055329"/>
                  <a:pt x="2706955" y="2122976"/>
                  <a:pt x="2623509" y="2122976"/>
                </a:cubicBezTo>
                <a:lnTo>
                  <a:pt x="151092" y="2122976"/>
                </a:lnTo>
                <a:cubicBezTo>
                  <a:pt x="67646" y="2122976"/>
                  <a:pt x="0" y="2055329"/>
                  <a:pt x="0" y="1971883"/>
                </a:cubicBezTo>
                <a:lnTo>
                  <a:pt x="0" y="151092"/>
                </a:lnTo>
                <a:cubicBezTo>
                  <a:pt x="0" y="67702"/>
                  <a:pt x="67702" y="0"/>
                  <a:pt x="15109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186969" y="2923814"/>
            <a:ext cx="2549837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9205857" y="3339343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75551" y="151101"/>
                </a:moveTo>
                <a:cubicBezTo>
                  <a:pt x="117248" y="151101"/>
                  <a:pt x="151101" y="117248"/>
                  <a:pt x="151101" y="75551"/>
                </a:cubicBezTo>
                <a:cubicBezTo>
                  <a:pt x="151101" y="33853"/>
                  <a:pt x="117248" y="0"/>
                  <a:pt x="75551" y="0"/>
                </a:cubicBezTo>
                <a:cubicBezTo>
                  <a:pt x="33853" y="0"/>
                  <a:pt x="0" y="33853"/>
                  <a:pt x="0" y="75551"/>
                </a:cubicBezTo>
                <a:cubicBezTo>
                  <a:pt x="0" y="117248"/>
                  <a:pt x="33853" y="151101"/>
                  <a:pt x="75551" y="151101"/>
                </a:cubicBezTo>
                <a:close/>
                <a:moveTo>
                  <a:pt x="100459" y="62772"/>
                </a:moveTo>
                <a:lnTo>
                  <a:pt x="76849" y="100547"/>
                </a:lnTo>
                <a:cubicBezTo>
                  <a:pt x="75610" y="102525"/>
                  <a:pt x="73485" y="103764"/>
                  <a:pt x="71153" y="103882"/>
                </a:cubicBezTo>
                <a:cubicBezTo>
                  <a:pt x="68822" y="104000"/>
                  <a:pt x="66579" y="102938"/>
                  <a:pt x="65192" y="101049"/>
                </a:cubicBezTo>
                <a:lnTo>
                  <a:pt x="51026" y="82161"/>
                </a:lnTo>
                <a:cubicBezTo>
                  <a:pt x="48665" y="79033"/>
                  <a:pt x="49315" y="74606"/>
                  <a:pt x="52443" y="72245"/>
                </a:cubicBezTo>
                <a:cubicBezTo>
                  <a:pt x="55571" y="69884"/>
                  <a:pt x="59998" y="70534"/>
                  <a:pt x="62359" y="73662"/>
                </a:cubicBezTo>
                <a:lnTo>
                  <a:pt x="70327" y="84286"/>
                </a:lnTo>
                <a:lnTo>
                  <a:pt x="88447" y="55276"/>
                </a:lnTo>
                <a:cubicBezTo>
                  <a:pt x="90513" y="51971"/>
                  <a:pt x="94881" y="50938"/>
                  <a:pt x="98216" y="53033"/>
                </a:cubicBezTo>
                <a:cubicBezTo>
                  <a:pt x="101551" y="55128"/>
                  <a:pt x="102554" y="59467"/>
                  <a:pt x="100459" y="6280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6" name="Text 63"/>
          <p:cNvSpPr/>
          <p:nvPr/>
        </p:nvSpPr>
        <p:spPr>
          <a:xfrm>
            <a:off x="9451397" y="3301568"/>
            <a:ext cx="859390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Access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9205857" y="3641546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75551" y="151101"/>
                </a:moveTo>
                <a:cubicBezTo>
                  <a:pt x="117248" y="151101"/>
                  <a:pt x="151101" y="117248"/>
                  <a:pt x="151101" y="75551"/>
                </a:cubicBezTo>
                <a:cubicBezTo>
                  <a:pt x="151101" y="33853"/>
                  <a:pt x="117248" y="0"/>
                  <a:pt x="75551" y="0"/>
                </a:cubicBezTo>
                <a:cubicBezTo>
                  <a:pt x="33853" y="0"/>
                  <a:pt x="0" y="33853"/>
                  <a:pt x="0" y="75551"/>
                </a:cubicBezTo>
                <a:cubicBezTo>
                  <a:pt x="0" y="117248"/>
                  <a:pt x="33853" y="151101"/>
                  <a:pt x="75551" y="151101"/>
                </a:cubicBezTo>
                <a:close/>
                <a:moveTo>
                  <a:pt x="100459" y="62772"/>
                </a:moveTo>
                <a:lnTo>
                  <a:pt x="76849" y="100547"/>
                </a:lnTo>
                <a:cubicBezTo>
                  <a:pt x="75610" y="102525"/>
                  <a:pt x="73485" y="103764"/>
                  <a:pt x="71153" y="103882"/>
                </a:cubicBezTo>
                <a:cubicBezTo>
                  <a:pt x="68822" y="104000"/>
                  <a:pt x="66579" y="102938"/>
                  <a:pt x="65192" y="101049"/>
                </a:cubicBezTo>
                <a:lnTo>
                  <a:pt x="51026" y="82161"/>
                </a:lnTo>
                <a:cubicBezTo>
                  <a:pt x="48665" y="79033"/>
                  <a:pt x="49315" y="74606"/>
                  <a:pt x="52443" y="72245"/>
                </a:cubicBezTo>
                <a:cubicBezTo>
                  <a:pt x="55571" y="69884"/>
                  <a:pt x="59998" y="70534"/>
                  <a:pt x="62359" y="73662"/>
                </a:cubicBezTo>
                <a:lnTo>
                  <a:pt x="70327" y="84286"/>
                </a:lnTo>
                <a:lnTo>
                  <a:pt x="88447" y="55276"/>
                </a:lnTo>
                <a:cubicBezTo>
                  <a:pt x="90513" y="51971"/>
                  <a:pt x="94881" y="50938"/>
                  <a:pt x="98216" y="53033"/>
                </a:cubicBezTo>
                <a:cubicBezTo>
                  <a:pt x="101551" y="55128"/>
                  <a:pt x="102554" y="59467"/>
                  <a:pt x="100459" y="6280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8" name="Text 65"/>
          <p:cNvSpPr/>
          <p:nvPr/>
        </p:nvSpPr>
        <p:spPr>
          <a:xfrm>
            <a:off x="9451397" y="3603771"/>
            <a:ext cx="1331582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Updates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9205857" y="3943749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75551" y="151101"/>
                </a:moveTo>
                <a:cubicBezTo>
                  <a:pt x="117248" y="151101"/>
                  <a:pt x="151101" y="117248"/>
                  <a:pt x="151101" y="75551"/>
                </a:cubicBezTo>
                <a:cubicBezTo>
                  <a:pt x="151101" y="33853"/>
                  <a:pt x="117248" y="0"/>
                  <a:pt x="75551" y="0"/>
                </a:cubicBezTo>
                <a:cubicBezTo>
                  <a:pt x="33853" y="0"/>
                  <a:pt x="0" y="33853"/>
                  <a:pt x="0" y="75551"/>
                </a:cubicBezTo>
                <a:cubicBezTo>
                  <a:pt x="0" y="117248"/>
                  <a:pt x="33853" y="151101"/>
                  <a:pt x="75551" y="151101"/>
                </a:cubicBezTo>
                <a:close/>
                <a:moveTo>
                  <a:pt x="100459" y="62772"/>
                </a:moveTo>
                <a:lnTo>
                  <a:pt x="76849" y="100547"/>
                </a:lnTo>
                <a:cubicBezTo>
                  <a:pt x="75610" y="102525"/>
                  <a:pt x="73485" y="103764"/>
                  <a:pt x="71153" y="103882"/>
                </a:cubicBezTo>
                <a:cubicBezTo>
                  <a:pt x="68822" y="104000"/>
                  <a:pt x="66579" y="102938"/>
                  <a:pt x="65192" y="101049"/>
                </a:cubicBezTo>
                <a:lnTo>
                  <a:pt x="51026" y="82161"/>
                </a:lnTo>
                <a:cubicBezTo>
                  <a:pt x="48665" y="79033"/>
                  <a:pt x="49315" y="74606"/>
                  <a:pt x="52443" y="72245"/>
                </a:cubicBezTo>
                <a:cubicBezTo>
                  <a:pt x="55571" y="69884"/>
                  <a:pt x="59998" y="70534"/>
                  <a:pt x="62359" y="73662"/>
                </a:cubicBezTo>
                <a:lnTo>
                  <a:pt x="70327" y="84286"/>
                </a:lnTo>
                <a:lnTo>
                  <a:pt x="88447" y="55276"/>
                </a:lnTo>
                <a:cubicBezTo>
                  <a:pt x="90513" y="51971"/>
                  <a:pt x="94881" y="50938"/>
                  <a:pt x="98216" y="53033"/>
                </a:cubicBezTo>
                <a:cubicBezTo>
                  <a:pt x="101551" y="55128"/>
                  <a:pt x="102554" y="59467"/>
                  <a:pt x="100459" y="6280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0" name="Text 67"/>
          <p:cNvSpPr/>
          <p:nvPr/>
        </p:nvSpPr>
        <p:spPr>
          <a:xfrm>
            <a:off x="9451397" y="3905974"/>
            <a:ext cx="916053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Login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9205857" y="4245952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75551" y="151101"/>
                </a:moveTo>
                <a:cubicBezTo>
                  <a:pt x="117248" y="151101"/>
                  <a:pt x="151101" y="117248"/>
                  <a:pt x="151101" y="75551"/>
                </a:cubicBezTo>
                <a:cubicBezTo>
                  <a:pt x="151101" y="33853"/>
                  <a:pt x="117248" y="0"/>
                  <a:pt x="75551" y="0"/>
                </a:cubicBezTo>
                <a:cubicBezTo>
                  <a:pt x="33853" y="0"/>
                  <a:pt x="0" y="33853"/>
                  <a:pt x="0" y="75551"/>
                </a:cubicBezTo>
                <a:cubicBezTo>
                  <a:pt x="0" y="117248"/>
                  <a:pt x="33853" y="151101"/>
                  <a:pt x="75551" y="151101"/>
                </a:cubicBezTo>
                <a:close/>
                <a:moveTo>
                  <a:pt x="100459" y="62772"/>
                </a:moveTo>
                <a:lnTo>
                  <a:pt x="76849" y="100547"/>
                </a:lnTo>
                <a:cubicBezTo>
                  <a:pt x="75610" y="102525"/>
                  <a:pt x="73485" y="103764"/>
                  <a:pt x="71153" y="103882"/>
                </a:cubicBezTo>
                <a:cubicBezTo>
                  <a:pt x="68822" y="104000"/>
                  <a:pt x="66579" y="102938"/>
                  <a:pt x="65192" y="101049"/>
                </a:cubicBezTo>
                <a:lnTo>
                  <a:pt x="51026" y="82161"/>
                </a:lnTo>
                <a:cubicBezTo>
                  <a:pt x="48665" y="79033"/>
                  <a:pt x="49315" y="74606"/>
                  <a:pt x="52443" y="72245"/>
                </a:cubicBezTo>
                <a:cubicBezTo>
                  <a:pt x="55571" y="69884"/>
                  <a:pt x="59998" y="70534"/>
                  <a:pt x="62359" y="73662"/>
                </a:cubicBezTo>
                <a:lnTo>
                  <a:pt x="70327" y="84286"/>
                </a:lnTo>
                <a:lnTo>
                  <a:pt x="88447" y="55276"/>
                </a:lnTo>
                <a:cubicBezTo>
                  <a:pt x="90513" y="51971"/>
                  <a:pt x="94881" y="50938"/>
                  <a:pt x="98216" y="53033"/>
                </a:cubicBezTo>
                <a:cubicBezTo>
                  <a:pt x="101551" y="55128"/>
                  <a:pt x="102554" y="59467"/>
                  <a:pt x="100459" y="6280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2" name="Text 69"/>
          <p:cNvSpPr/>
          <p:nvPr/>
        </p:nvSpPr>
        <p:spPr>
          <a:xfrm>
            <a:off x="9451397" y="4208177"/>
            <a:ext cx="1237143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Optimized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9205857" y="4548155"/>
            <a:ext cx="151101" cy="151101"/>
          </a:xfrm>
          <a:custGeom>
            <a:avLst/>
            <a:gdLst/>
            <a:ahLst/>
            <a:cxnLst/>
            <a:rect l="l" t="t" r="r" b="b"/>
            <a:pathLst>
              <a:path w="151101" h="151101">
                <a:moveTo>
                  <a:pt x="75551" y="151101"/>
                </a:moveTo>
                <a:cubicBezTo>
                  <a:pt x="117248" y="151101"/>
                  <a:pt x="151101" y="117248"/>
                  <a:pt x="151101" y="75551"/>
                </a:cubicBezTo>
                <a:cubicBezTo>
                  <a:pt x="151101" y="33853"/>
                  <a:pt x="117248" y="0"/>
                  <a:pt x="75551" y="0"/>
                </a:cubicBezTo>
                <a:cubicBezTo>
                  <a:pt x="33853" y="0"/>
                  <a:pt x="0" y="33853"/>
                  <a:pt x="0" y="75551"/>
                </a:cubicBezTo>
                <a:cubicBezTo>
                  <a:pt x="0" y="117248"/>
                  <a:pt x="33853" y="151101"/>
                  <a:pt x="75551" y="151101"/>
                </a:cubicBezTo>
                <a:close/>
                <a:moveTo>
                  <a:pt x="100459" y="62772"/>
                </a:moveTo>
                <a:lnTo>
                  <a:pt x="76849" y="100547"/>
                </a:lnTo>
                <a:cubicBezTo>
                  <a:pt x="75610" y="102525"/>
                  <a:pt x="73485" y="103764"/>
                  <a:pt x="71153" y="103882"/>
                </a:cubicBezTo>
                <a:cubicBezTo>
                  <a:pt x="68822" y="104000"/>
                  <a:pt x="66579" y="102938"/>
                  <a:pt x="65192" y="101049"/>
                </a:cubicBezTo>
                <a:lnTo>
                  <a:pt x="51026" y="82161"/>
                </a:lnTo>
                <a:cubicBezTo>
                  <a:pt x="48665" y="79033"/>
                  <a:pt x="49315" y="74606"/>
                  <a:pt x="52443" y="72245"/>
                </a:cubicBezTo>
                <a:cubicBezTo>
                  <a:pt x="55571" y="69884"/>
                  <a:pt x="59998" y="70534"/>
                  <a:pt x="62359" y="73662"/>
                </a:cubicBezTo>
                <a:lnTo>
                  <a:pt x="70327" y="84286"/>
                </a:lnTo>
                <a:lnTo>
                  <a:pt x="88447" y="55276"/>
                </a:lnTo>
                <a:cubicBezTo>
                  <a:pt x="90513" y="51971"/>
                  <a:pt x="94881" y="50938"/>
                  <a:pt x="98216" y="53033"/>
                </a:cubicBezTo>
                <a:cubicBezTo>
                  <a:pt x="101551" y="55128"/>
                  <a:pt x="102554" y="59467"/>
                  <a:pt x="100459" y="6280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4" name="Text 71"/>
          <p:cNvSpPr/>
          <p:nvPr/>
        </p:nvSpPr>
        <p:spPr>
          <a:xfrm>
            <a:off x="9451397" y="4510380"/>
            <a:ext cx="136935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Notifications</a:t>
            </a: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6475879" y="1450575"/>
            <a:ext cx="906609" cy="226652"/>
          </a:xfrm>
          <a:custGeom>
            <a:avLst/>
            <a:gdLst/>
            <a:ahLst/>
            <a:cxnLst/>
            <a:rect l="l" t="t" r="r" b="b"/>
            <a:pathLst>
              <a:path w="906609" h="226652">
                <a:moveTo>
                  <a:pt x="0" y="0"/>
                </a:moveTo>
                <a:lnTo>
                  <a:pt x="906609" y="0"/>
                </a:lnTo>
                <a:lnTo>
                  <a:pt x="906609" y="113326"/>
                </a:lnTo>
                <a:cubicBezTo>
                  <a:pt x="906609" y="175872"/>
                  <a:pt x="855829" y="226652"/>
                  <a:pt x="793283" y="226652"/>
                </a:cubicBezTo>
                <a:lnTo>
                  <a:pt x="113326" y="226652"/>
                </a:lnTo>
                <a:cubicBezTo>
                  <a:pt x="50738" y="226652"/>
                  <a:pt x="0" y="175914"/>
                  <a:pt x="0" y="113326"/>
                </a:cubicBez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438" y="377438"/>
            <a:ext cx="1679787" cy="306435"/>
          </a:xfrm>
          <a:custGeom>
            <a:avLst/>
            <a:gdLst/>
            <a:ahLst/>
            <a:cxnLst/>
            <a:rect l="l" t="t" r="r" b="b"/>
            <a:pathLst>
              <a:path w="1679787" h="306435">
                <a:moveTo>
                  <a:pt x="153217" y="0"/>
                </a:moveTo>
                <a:lnTo>
                  <a:pt x="1526569" y="0"/>
                </a:lnTo>
                <a:cubicBezTo>
                  <a:pt x="1611189" y="0"/>
                  <a:pt x="1679787" y="68598"/>
                  <a:pt x="1679787" y="153217"/>
                </a:cubicBezTo>
                <a:lnTo>
                  <a:pt x="1679787" y="153217"/>
                </a:lnTo>
                <a:cubicBezTo>
                  <a:pt x="1679787" y="237837"/>
                  <a:pt x="1611189" y="306435"/>
                  <a:pt x="1526569" y="306435"/>
                </a:cubicBezTo>
                <a:lnTo>
                  <a:pt x="153217" y="306435"/>
                </a:lnTo>
                <a:cubicBezTo>
                  <a:pt x="68654" y="306435"/>
                  <a:pt x="0" y="237780"/>
                  <a:pt x="0" y="153217"/>
                </a:cubicBezTo>
                <a:lnTo>
                  <a:pt x="0" y="153217"/>
                </a:lnTo>
                <a:cubicBezTo>
                  <a:pt x="0" y="68654"/>
                  <a:pt x="68654" y="0"/>
                  <a:pt x="153217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656" y="463390"/>
            <a:ext cx="1440151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spc="51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OWNER DASHBOARD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3701" y="762351"/>
            <a:ext cx="11612763" cy="37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8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Command Center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7438" y="1251900"/>
            <a:ext cx="7995336" cy="5220605"/>
          </a:xfrm>
          <a:custGeom>
            <a:avLst/>
            <a:gdLst/>
            <a:ahLst/>
            <a:cxnLst/>
            <a:rect l="l" t="t" r="r" b="b"/>
            <a:pathLst>
              <a:path w="7995336" h="5220605">
                <a:moveTo>
                  <a:pt x="149466" y="0"/>
                </a:moveTo>
                <a:lnTo>
                  <a:pt x="7845870" y="0"/>
                </a:lnTo>
                <a:cubicBezTo>
                  <a:pt x="7928418" y="0"/>
                  <a:pt x="7995336" y="66918"/>
                  <a:pt x="7995336" y="149466"/>
                </a:cubicBezTo>
                <a:lnTo>
                  <a:pt x="7995336" y="5071139"/>
                </a:lnTo>
                <a:cubicBezTo>
                  <a:pt x="7995336" y="5153687"/>
                  <a:pt x="7928418" y="5220605"/>
                  <a:pt x="7845870" y="5220605"/>
                </a:cubicBezTo>
                <a:lnTo>
                  <a:pt x="149466" y="5220605"/>
                </a:lnTo>
                <a:cubicBezTo>
                  <a:pt x="66918" y="5220605"/>
                  <a:pt x="0" y="5153687"/>
                  <a:pt x="0" y="5071139"/>
                </a:cubicBezTo>
                <a:lnTo>
                  <a:pt x="0" y="149466"/>
                </a:lnTo>
                <a:cubicBezTo>
                  <a:pt x="0" y="66918"/>
                  <a:pt x="66918" y="0"/>
                  <a:pt x="149466" y="0"/>
                </a:cubicBezTo>
                <a:close/>
              </a:path>
            </a:pathLst>
          </a:custGeom>
          <a:solidFill>
            <a:srgbClr val="1E293B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5690" y="1442488"/>
            <a:ext cx="163494" cy="186851"/>
          </a:xfrm>
          <a:custGeom>
            <a:avLst/>
            <a:gdLst/>
            <a:ahLst/>
            <a:cxnLst/>
            <a:rect l="l" t="t" r="r" b="b"/>
            <a:pathLst>
              <a:path w="163494" h="186851">
                <a:moveTo>
                  <a:pt x="140138" y="35034"/>
                </a:moveTo>
                <a:lnTo>
                  <a:pt x="93425" y="35034"/>
                </a:lnTo>
                <a:lnTo>
                  <a:pt x="93425" y="81747"/>
                </a:lnTo>
                <a:lnTo>
                  <a:pt x="140138" y="81747"/>
                </a:lnTo>
                <a:lnTo>
                  <a:pt x="140138" y="35034"/>
                </a:lnTo>
                <a:close/>
                <a:moveTo>
                  <a:pt x="163494" y="81747"/>
                </a:moveTo>
                <a:lnTo>
                  <a:pt x="163494" y="151816"/>
                </a:lnTo>
                <a:cubicBezTo>
                  <a:pt x="163494" y="164699"/>
                  <a:pt x="153020" y="175172"/>
                  <a:pt x="140138" y="175172"/>
                </a:cubicBezTo>
                <a:lnTo>
                  <a:pt x="23356" y="175172"/>
                </a:lnTo>
                <a:cubicBezTo>
                  <a:pt x="10474" y="175172"/>
                  <a:pt x="0" y="164699"/>
                  <a:pt x="0" y="151816"/>
                </a:cubicBezTo>
                <a:lnTo>
                  <a:pt x="0" y="35034"/>
                </a:lnTo>
                <a:cubicBezTo>
                  <a:pt x="0" y="22152"/>
                  <a:pt x="10474" y="11678"/>
                  <a:pt x="23356" y="11678"/>
                </a:cubicBezTo>
                <a:lnTo>
                  <a:pt x="140138" y="11678"/>
                </a:lnTo>
                <a:cubicBezTo>
                  <a:pt x="153020" y="11678"/>
                  <a:pt x="163494" y="22152"/>
                  <a:pt x="163494" y="35034"/>
                </a:cubicBezTo>
                <a:lnTo>
                  <a:pt x="163494" y="81747"/>
                </a:lnTo>
                <a:close/>
                <a:moveTo>
                  <a:pt x="23356" y="105103"/>
                </a:moveTo>
                <a:lnTo>
                  <a:pt x="23356" y="151816"/>
                </a:lnTo>
                <a:lnTo>
                  <a:pt x="70069" y="151816"/>
                </a:lnTo>
                <a:lnTo>
                  <a:pt x="70069" y="105103"/>
                </a:lnTo>
                <a:lnTo>
                  <a:pt x="23356" y="105103"/>
                </a:lnTo>
                <a:close/>
                <a:moveTo>
                  <a:pt x="70069" y="81747"/>
                </a:moveTo>
                <a:lnTo>
                  <a:pt x="70069" y="35034"/>
                </a:lnTo>
                <a:lnTo>
                  <a:pt x="23356" y="35034"/>
                </a:lnTo>
                <a:lnTo>
                  <a:pt x="23356" y="81747"/>
                </a:lnTo>
                <a:lnTo>
                  <a:pt x="70069" y="81747"/>
                </a:lnTo>
                <a:close/>
                <a:moveTo>
                  <a:pt x="93425" y="105103"/>
                </a:moveTo>
                <a:lnTo>
                  <a:pt x="93425" y="151816"/>
                </a:lnTo>
                <a:lnTo>
                  <a:pt x="140138" y="151816"/>
                </a:lnTo>
                <a:lnTo>
                  <a:pt x="140138" y="105103"/>
                </a:lnTo>
                <a:lnTo>
                  <a:pt x="93425" y="10510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76329" y="1405118"/>
            <a:ext cx="1672313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Multi-Pit Overview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44453" y="1498543"/>
            <a:ext cx="74740" cy="74740"/>
          </a:xfrm>
          <a:custGeom>
            <a:avLst/>
            <a:gdLst/>
            <a:ahLst/>
            <a:cxnLst/>
            <a:rect l="l" t="t" r="r" b="b"/>
            <a:pathLst>
              <a:path w="74740" h="74740">
                <a:moveTo>
                  <a:pt x="37370" y="0"/>
                </a:moveTo>
                <a:lnTo>
                  <a:pt x="37370" y="0"/>
                </a:lnTo>
                <a:cubicBezTo>
                  <a:pt x="57995" y="0"/>
                  <a:pt x="74740" y="16745"/>
                  <a:pt x="74740" y="37370"/>
                </a:cubicBezTo>
                <a:lnTo>
                  <a:pt x="74740" y="37370"/>
                </a:lnTo>
                <a:cubicBezTo>
                  <a:pt x="74740" y="57995"/>
                  <a:pt x="57995" y="74740"/>
                  <a:pt x="37370" y="74740"/>
                </a:cubicBezTo>
                <a:lnTo>
                  <a:pt x="37370" y="74740"/>
                </a:lnTo>
                <a:cubicBezTo>
                  <a:pt x="16745" y="74740"/>
                  <a:pt x="0" y="57995"/>
                  <a:pt x="0" y="37370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956564" y="1442488"/>
            <a:ext cx="523182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Active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88971" y="1498543"/>
            <a:ext cx="74740" cy="74740"/>
          </a:xfrm>
          <a:custGeom>
            <a:avLst/>
            <a:gdLst/>
            <a:ahLst/>
            <a:cxnLst/>
            <a:rect l="l" t="t" r="r" b="b"/>
            <a:pathLst>
              <a:path w="74740" h="74740">
                <a:moveTo>
                  <a:pt x="37370" y="0"/>
                </a:moveTo>
                <a:lnTo>
                  <a:pt x="37370" y="0"/>
                </a:lnTo>
                <a:cubicBezTo>
                  <a:pt x="57995" y="0"/>
                  <a:pt x="74740" y="16745"/>
                  <a:pt x="74740" y="37370"/>
                </a:cubicBezTo>
                <a:lnTo>
                  <a:pt x="74740" y="37370"/>
                </a:lnTo>
                <a:cubicBezTo>
                  <a:pt x="74740" y="57995"/>
                  <a:pt x="57995" y="74740"/>
                  <a:pt x="37370" y="74740"/>
                </a:cubicBezTo>
                <a:lnTo>
                  <a:pt x="37370" y="74740"/>
                </a:lnTo>
                <a:cubicBezTo>
                  <a:pt x="16745" y="74740"/>
                  <a:pt x="0" y="57995"/>
                  <a:pt x="0" y="37370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F1F5F9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601082" y="1442488"/>
            <a:ext cx="68200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Available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393" y="1782556"/>
            <a:ext cx="2483244" cy="4538600"/>
          </a:xfrm>
          <a:custGeom>
            <a:avLst/>
            <a:gdLst/>
            <a:ahLst/>
            <a:cxnLst/>
            <a:rect l="l" t="t" r="r" b="b"/>
            <a:pathLst>
              <a:path w="2483244" h="4538600">
                <a:moveTo>
                  <a:pt x="112118" y="0"/>
                </a:moveTo>
                <a:lnTo>
                  <a:pt x="2371126" y="0"/>
                </a:lnTo>
                <a:cubicBezTo>
                  <a:pt x="2433047" y="0"/>
                  <a:pt x="2483244" y="50197"/>
                  <a:pt x="2483244" y="112118"/>
                </a:cubicBezTo>
                <a:lnTo>
                  <a:pt x="2483244" y="4426482"/>
                </a:lnTo>
                <a:cubicBezTo>
                  <a:pt x="2483244" y="4488403"/>
                  <a:pt x="2433047" y="4538600"/>
                  <a:pt x="2371126" y="4538600"/>
                </a:cubicBezTo>
                <a:lnTo>
                  <a:pt x="112118" y="4538600"/>
                </a:lnTo>
                <a:cubicBezTo>
                  <a:pt x="50197" y="4538600"/>
                  <a:pt x="0" y="4488403"/>
                  <a:pt x="0" y="4426482"/>
                </a:cubicBezTo>
                <a:lnTo>
                  <a:pt x="0" y="112118"/>
                </a:lnTo>
                <a:cubicBezTo>
                  <a:pt x="0" y="50239"/>
                  <a:pt x="50239" y="0"/>
                  <a:pt x="11211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0240" y="1973025"/>
            <a:ext cx="74740" cy="74740"/>
          </a:xfrm>
          <a:custGeom>
            <a:avLst/>
            <a:gdLst/>
            <a:ahLst/>
            <a:cxnLst/>
            <a:rect l="l" t="t" r="r" b="b"/>
            <a:pathLst>
              <a:path w="74740" h="74740">
                <a:moveTo>
                  <a:pt x="37370" y="0"/>
                </a:moveTo>
                <a:lnTo>
                  <a:pt x="37370" y="0"/>
                </a:lnTo>
                <a:cubicBezTo>
                  <a:pt x="57995" y="0"/>
                  <a:pt x="74740" y="16745"/>
                  <a:pt x="74740" y="37370"/>
                </a:cubicBezTo>
                <a:lnTo>
                  <a:pt x="74740" y="37370"/>
                </a:lnTo>
                <a:cubicBezTo>
                  <a:pt x="74740" y="57995"/>
                  <a:pt x="57995" y="74740"/>
                  <a:pt x="37370" y="74740"/>
                </a:cubicBezTo>
                <a:lnTo>
                  <a:pt x="37370" y="74740"/>
                </a:lnTo>
                <a:cubicBezTo>
                  <a:pt x="16745" y="74740"/>
                  <a:pt x="0" y="57995"/>
                  <a:pt x="0" y="37370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99720" y="1916970"/>
            <a:ext cx="298961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Pit 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43889" y="1898401"/>
            <a:ext cx="457784" cy="224221"/>
          </a:xfrm>
          <a:custGeom>
            <a:avLst/>
            <a:gdLst/>
            <a:ahLst/>
            <a:cxnLst/>
            <a:rect l="l" t="t" r="r" b="b"/>
            <a:pathLst>
              <a:path w="457784" h="224221">
                <a:moveTo>
                  <a:pt x="112110" y="0"/>
                </a:moveTo>
                <a:lnTo>
                  <a:pt x="345674" y="0"/>
                </a:lnTo>
                <a:cubicBezTo>
                  <a:pt x="407549" y="0"/>
                  <a:pt x="457784" y="50235"/>
                  <a:pt x="457784" y="112110"/>
                </a:cubicBezTo>
                <a:lnTo>
                  <a:pt x="457784" y="112110"/>
                </a:lnTo>
                <a:cubicBezTo>
                  <a:pt x="457784" y="173986"/>
                  <a:pt x="407549" y="224221"/>
                  <a:pt x="345674" y="224221"/>
                </a:cubicBezTo>
                <a:lnTo>
                  <a:pt x="112110" y="224221"/>
                </a:lnTo>
                <a:cubicBezTo>
                  <a:pt x="50235" y="224221"/>
                  <a:pt x="0" y="173986"/>
                  <a:pt x="0" y="112110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443889" y="1898401"/>
            <a:ext cx="513839" cy="224221"/>
          </a:xfrm>
          <a:prstGeom prst="rect">
            <a:avLst/>
          </a:prstGeom>
          <a:noFill/>
          <a:ln/>
        </p:spPr>
        <p:txBody>
          <a:bodyPr wrap="square" lIns="74740" tIns="37370" rIns="74740" bIns="3737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0240" y="2197246"/>
            <a:ext cx="2251549" cy="3363310"/>
          </a:xfrm>
          <a:custGeom>
            <a:avLst/>
            <a:gdLst/>
            <a:ahLst/>
            <a:cxnLst/>
            <a:rect l="l" t="t" r="r" b="b"/>
            <a:pathLst>
              <a:path w="2251549" h="3363310">
                <a:moveTo>
                  <a:pt x="74751" y="0"/>
                </a:moveTo>
                <a:lnTo>
                  <a:pt x="2176798" y="0"/>
                </a:lnTo>
                <a:cubicBezTo>
                  <a:pt x="2218082" y="0"/>
                  <a:pt x="2251549" y="33467"/>
                  <a:pt x="2251549" y="74751"/>
                </a:cubicBezTo>
                <a:lnTo>
                  <a:pt x="2251549" y="3288559"/>
                </a:lnTo>
                <a:cubicBezTo>
                  <a:pt x="2251549" y="3329843"/>
                  <a:pt x="2218082" y="3363310"/>
                  <a:pt x="2176798" y="3363310"/>
                </a:cubicBezTo>
                <a:lnTo>
                  <a:pt x="74751" y="3363310"/>
                </a:lnTo>
                <a:cubicBezTo>
                  <a:pt x="33467" y="3363310"/>
                  <a:pt x="0" y="3329843"/>
                  <a:pt x="0" y="3288559"/>
                </a:cubicBezTo>
                <a:lnTo>
                  <a:pt x="0" y="74751"/>
                </a:lnTo>
                <a:cubicBezTo>
                  <a:pt x="0" y="33467"/>
                  <a:pt x="33467" y="0"/>
                  <a:pt x="7475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pic>
        <p:nvPicPr>
          <p:cNvPr id="18" name="Image 0" descr="https://kimi-web-img.moonshot.cn/img/epdwindowfilm.com/f676025bdaffa91e22aaa1cb40aaaef98608a8c6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24896" r="24896" t="0" b="0"/>
          <a:stretch/>
        </p:blipFill>
        <p:spPr>
          <a:xfrm>
            <a:off x="650240" y="2197246"/>
            <a:ext cx="2251549" cy="3363310"/>
          </a:xfrm>
          <a:prstGeom prst="roundRect">
            <a:avLst>
              <a:gd name="adj" fmla="val 3320"/>
            </a:avLst>
          </a:prstGeom>
        </p:spPr>
      </p:pic>
      <p:sp>
        <p:nvSpPr>
          <p:cNvPr id="19" name="Shape 16"/>
          <p:cNvSpPr/>
          <p:nvPr/>
        </p:nvSpPr>
        <p:spPr>
          <a:xfrm>
            <a:off x="650240" y="2197246"/>
            <a:ext cx="2251549" cy="3363310"/>
          </a:xfrm>
          <a:custGeom>
            <a:avLst/>
            <a:gdLst/>
            <a:ahLst/>
            <a:cxnLst/>
            <a:rect l="l" t="t" r="r" b="b"/>
            <a:pathLst>
              <a:path w="2251549" h="3363310">
                <a:moveTo>
                  <a:pt x="0" y="0"/>
                </a:moveTo>
                <a:lnTo>
                  <a:pt x="2251549" y="0"/>
                </a:lnTo>
                <a:lnTo>
                  <a:pt x="2251549" y="3363310"/>
                </a:lnTo>
                <a:lnTo>
                  <a:pt x="0" y="336331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20" name="Text 17"/>
          <p:cNvSpPr/>
          <p:nvPr/>
        </p:nvSpPr>
        <p:spPr>
          <a:xfrm>
            <a:off x="724980" y="5238472"/>
            <a:ext cx="215812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Honda Civic - Rajesh K.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24980" y="5425208"/>
            <a:ext cx="2102069" cy="56055"/>
          </a:xfrm>
          <a:custGeom>
            <a:avLst/>
            <a:gdLst/>
            <a:ahLst/>
            <a:cxnLst/>
            <a:rect l="l" t="t" r="r" b="b"/>
            <a:pathLst>
              <a:path w="2102069" h="56055">
                <a:moveTo>
                  <a:pt x="28028" y="0"/>
                </a:moveTo>
                <a:lnTo>
                  <a:pt x="2074041" y="0"/>
                </a:lnTo>
                <a:cubicBezTo>
                  <a:pt x="2089521" y="0"/>
                  <a:pt x="2102069" y="12548"/>
                  <a:pt x="2102069" y="28028"/>
                </a:cubicBezTo>
                <a:lnTo>
                  <a:pt x="2102069" y="28028"/>
                </a:lnTo>
                <a:cubicBezTo>
                  <a:pt x="2102069" y="43507"/>
                  <a:pt x="2089521" y="56055"/>
                  <a:pt x="2074041" y="56055"/>
                </a:cubicBezTo>
                <a:lnTo>
                  <a:pt x="28028" y="56055"/>
                </a:lnTo>
                <a:cubicBezTo>
                  <a:pt x="12559" y="56055"/>
                  <a:pt x="0" y="43496"/>
                  <a:pt x="0" y="28028"/>
                </a:cubicBezTo>
                <a:lnTo>
                  <a:pt x="0" y="28028"/>
                </a:lnTo>
                <a:cubicBezTo>
                  <a:pt x="0" y="12559"/>
                  <a:pt x="12559" y="0"/>
                  <a:pt x="28028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24980" y="5425208"/>
            <a:ext cx="1569545" cy="56055"/>
          </a:xfrm>
          <a:custGeom>
            <a:avLst/>
            <a:gdLst/>
            <a:ahLst/>
            <a:cxnLst/>
            <a:rect l="l" t="t" r="r" b="b"/>
            <a:pathLst>
              <a:path w="1569545" h="56055">
                <a:moveTo>
                  <a:pt x="28028" y="0"/>
                </a:moveTo>
                <a:lnTo>
                  <a:pt x="1541517" y="0"/>
                </a:lnTo>
                <a:cubicBezTo>
                  <a:pt x="1556996" y="0"/>
                  <a:pt x="1569545" y="12548"/>
                  <a:pt x="1569545" y="28028"/>
                </a:cubicBezTo>
                <a:lnTo>
                  <a:pt x="1569545" y="28028"/>
                </a:lnTo>
                <a:cubicBezTo>
                  <a:pt x="1569545" y="43507"/>
                  <a:pt x="1556996" y="56055"/>
                  <a:pt x="1541517" y="56055"/>
                </a:cubicBezTo>
                <a:lnTo>
                  <a:pt x="28028" y="56055"/>
                </a:lnTo>
                <a:cubicBezTo>
                  <a:pt x="12559" y="56055"/>
                  <a:pt x="0" y="43496"/>
                  <a:pt x="0" y="28028"/>
                </a:cubicBezTo>
                <a:lnTo>
                  <a:pt x="0" y="28028"/>
                </a:lnTo>
                <a:cubicBezTo>
                  <a:pt x="0" y="12559"/>
                  <a:pt x="12559" y="0"/>
                  <a:pt x="28028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3" name="Shape 20"/>
          <p:cNvSpPr/>
          <p:nvPr/>
        </p:nvSpPr>
        <p:spPr>
          <a:xfrm>
            <a:off x="650240" y="5630744"/>
            <a:ext cx="728717" cy="345674"/>
          </a:xfrm>
          <a:custGeom>
            <a:avLst/>
            <a:gdLst/>
            <a:ahLst/>
            <a:cxnLst/>
            <a:rect l="l" t="t" r="r" b="b"/>
            <a:pathLst>
              <a:path w="728717" h="345674">
                <a:moveTo>
                  <a:pt x="37371" y="0"/>
                </a:moveTo>
                <a:lnTo>
                  <a:pt x="691346" y="0"/>
                </a:lnTo>
                <a:cubicBezTo>
                  <a:pt x="711986" y="0"/>
                  <a:pt x="728717" y="16731"/>
                  <a:pt x="728717" y="37371"/>
                </a:cubicBezTo>
                <a:lnTo>
                  <a:pt x="728717" y="308303"/>
                </a:lnTo>
                <a:cubicBezTo>
                  <a:pt x="728717" y="328942"/>
                  <a:pt x="711986" y="345674"/>
                  <a:pt x="691346" y="345674"/>
                </a:cubicBezTo>
                <a:lnTo>
                  <a:pt x="37371" y="345674"/>
                </a:lnTo>
                <a:cubicBezTo>
                  <a:pt x="16745" y="345674"/>
                  <a:pt x="0" y="328928"/>
                  <a:pt x="0" y="308303"/>
                </a:cubicBezTo>
                <a:lnTo>
                  <a:pt x="0" y="37371"/>
                </a:lnTo>
                <a:cubicBezTo>
                  <a:pt x="0" y="16731"/>
                  <a:pt x="16731" y="0"/>
                  <a:pt x="3737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659583" y="5668114"/>
            <a:ext cx="710032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3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23°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4254" y="5817476"/>
            <a:ext cx="700690" cy="12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3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412006" y="5630744"/>
            <a:ext cx="728717" cy="345674"/>
          </a:xfrm>
          <a:custGeom>
            <a:avLst/>
            <a:gdLst/>
            <a:ahLst/>
            <a:cxnLst/>
            <a:rect l="l" t="t" r="r" b="b"/>
            <a:pathLst>
              <a:path w="728717" h="345674">
                <a:moveTo>
                  <a:pt x="37371" y="0"/>
                </a:moveTo>
                <a:lnTo>
                  <a:pt x="691346" y="0"/>
                </a:lnTo>
                <a:cubicBezTo>
                  <a:pt x="711986" y="0"/>
                  <a:pt x="728717" y="16731"/>
                  <a:pt x="728717" y="37371"/>
                </a:cubicBezTo>
                <a:lnTo>
                  <a:pt x="728717" y="308303"/>
                </a:lnTo>
                <a:cubicBezTo>
                  <a:pt x="728717" y="328942"/>
                  <a:pt x="711986" y="345674"/>
                  <a:pt x="691346" y="345674"/>
                </a:cubicBezTo>
                <a:lnTo>
                  <a:pt x="37371" y="345674"/>
                </a:lnTo>
                <a:cubicBezTo>
                  <a:pt x="16745" y="345674"/>
                  <a:pt x="0" y="328928"/>
                  <a:pt x="0" y="308303"/>
                </a:cubicBezTo>
                <a:lnTo>
                  <a:pt x="0" y="37371"/>
                </a:lnTo>
                <a:cubicBezTo>
                  <a:pt x="0" y="16731"/>
                  <a:pt x="16731" y="0"/>
                  <a:pt x="3737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7" name="Text 24"/>
          <p:cNvSpPr/>
          <p:nvPr/>
        </p:nvSpPr>
        <p:spPr>
          <a:xfrm>
            <a:off x="1421349" y="5668114"/>
            <a:ext cx="710032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3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52%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426020" y="5817476"/>
            <a:ext cx="700690" cy="12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3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2173773" y="5630744"/>
            <a:ext cx="728717" cy="345674"/>
          </a:xfrm>
          <a:custGeom>
            <a:avLst/>
            <a:gdLst/>
            <a:ahLst/>
            <a:cxnLst/>
            <a:rect l="l" t="t" r="r" b="b"/>
            <a:pathLst>
              <a:path w="728717" h="345674">
                <a:moveTo>
                  <a:pt x="37371" y="0"/>
                </a:moveTo>
                <a:lnTo>
                  <a:pt x="691346" y="0"/>
                </a:lnTo>
                <a:cubicBezTo>
                  <a:pt x="711986" y="0"/>
                  <a:pt x="728717" y="16731"/>
                  <a:pt x="728717" y="37371"/>
                </a:cubicBezTo>
                <a:lnTo>
                  <a:pt x="728717" y="308303"/>
                </a:lnTo>
                <a:cubicBezTo>
                  <a:pt x="728717" y="328942"/>
                  <a:pt x="711986" y="345674"/>
                  <a:pt x="691346" y="345674"/>
                </a:cubicBezTo>
                <a:lnTo>
                  <a:pt x="37371" y="345674"/>
                </a:lnTo>
                <a:cubicBezTo>
                  <a:pt x="16745" y="345674"/>
                  <a:pt x="0" y="328928"/>
                  <a:pt x="0" y="308303"/>
                </a:cubicBezTo>
                <a:lnTo>
                  <a:pt x="0" y="37371"/>
                </a:lnTo>
                <a:cubicBezTo>
                  <a:pt x="0" y="16731"/>
                  <a:pt x="16731" y="0"/>
                  <a:pt x="3737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0" name="Text 27"/>
          <p:cNvSpPr/>
          <p:nvPr/>
        </p:nvSpPr>
        <p:spPr>
          <a:xfrm>
            <a:off x="2183115" y="5668114"/>
            <a:ext cx="710032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3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187787" y="5817476"/>
            <a:ext cx="700690" cy="12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3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50240" y="6054077"/>
            <a:ext cx="53252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Left: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2671029" y="6054077"/>
            <a:ext cx="280276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b="1" dirty="0">
                <a:solidFill>
                  <a:srgbClr val="F9731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45m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133718" y="1782556"/>
            <a:ext cx="2483244" cy="4538600"/>
          </a:xfrm>
          <a:custGeom>
            <a:avLst/>
            <a:gdLst/>
            <a:ahLst/>
            <a:cxnLst/>
            <a:rect l="l" t="t" r="r" b="b"/>
            <a:pathLst>
              <a:path w="2483244" h="4538600">
                <a:moveTo>
                  <a:pt x="112118" y="0"/>
                </a:moveTo>
                <a:lnTo>
                  <a:pt x="2371126" y="0"/>
                </a:lnTo>
                <a:cubicBezTo>
                  <a:pt x="2433047" y="0"/>
                  <a:pt x="2483244" y="50197"/>
                  <a:pt x="2483244" y="112118"/>
                </a:cubicBezTo>
                <a:lnTo>
                  <a:pt x="2483244" y="4426482"/>
                </a:lnTo>
                <a:cubicBezTo>
                  <a:pt x="2483244" y="4488403"/>
                  <a:pt x="2433047" y="4538600"/>
                  <a:pt x="2371126" y="4538600"/>
                </a:cubicBezTo>
                <a:lnTo>
                  <a:pt x="112118" y="4538600"/>
                </a:lnTo>
                <a:cubicBezTo>
                  <a:pt x="50197" y="4538600"/>
                  <a:pt x="0" y="4488403"/>
                  <a:pt x="0" y="4426482"/>
                </a:cubicBezTo>
                <a:lnTo>
                  <a:pt x="0" y="112118"/>
                </a:lnTo>
                <a:cubicBezTo>
                  <a:pt x="0" y="50239"/>
                  <a:pt x="50239" y="0"/>
                  <a:pt x="11211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49565" y="1973025"/>
            <a:ext cx="74740" cy="74740"/>
          </a:xfrm>
          <a:custGeom>
            <a:avLst/>
            <a:gdLst/>
            <a:ahLst/>
            <a:cxnLst/>
            <a:rect l="l" t="t" r="r" b="b"/>
            <a:pathLst>
              <a:path w="74740" h="74740">
                <a:moveTo>
                  <a:pt x="37370" y="0"/>
                </a:moveTo>
                <a:lnTo>
                  <a:pt x="37370" y="0"/>
                </a:lnTo>
                <a:cubicBezTo>
                  <a:pt x="57995" y="0"/>
                  <a:pt x="74740" y="16745"/>
                  <a:pt x="74740" y="37370"/>
                </a:cubicBezTo>
                <a:lnTo>
                  <a:pt x="74740" y="37370"/>
                </a:lnTo>
                <a:cubicBezTo>
                  <a:pt x="74740" y="57995"/>
                  <a:pt x="57995" y="74740"/>
                  <a:pt x="37370" y="74740"/>
                </a:cubicBezTo>
                <a:lnTo>
                  <a:pt x="37370" y="74740"/>
                </a:lnTo>
                <a:cubicBezTo>
                  <a:pt x="16745" y="74740"/>
                  <a:pt x="0" y="57995"/>
                  <a:pt x="0" y="37370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3"/>
          <p:cNvSpPr/>
          <p:nvPr/>
        </p:nvSpPr>
        <p:spPr>
          <a:xfrm>
            <a:off x="3399046" y="1916970"/>
            <a:ext cx="317646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Pit 2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043331" y="1898401"/>
            <a:ext cx="457784" cy="224221"/>
          </a:xfrm>
          <a:custGeom>
            <a:avLst/>
            <a:gdLst/>
            <a:ahLst/>
            <a:cxnLst/>
            <a:rect l="l" t="t" r="r" b="b"/>
            <a:pathLst>
              <a:path w="457784" h="224221">
                <a:moveTo>
                  <a:pt x="112110" y="0"/>
                </a:moveTo>
                <a:lnTo>
                  <a:pt x="345674" y="0"/>
                </a:lnTo>
                <a:cubicBezTo>
                  <a:pt x="407549" y="0"/>
                  <a:pt x="457784" y="50235"/>
                  <a:pt x="457784" y="112110"/>
                </a:cubicBezTo>
                <a:lnTo>
                  <a:pt x="457784" y="112110"/>
                </a:lnTo>
                <a:cubicBezTo>
                  <a:pt x="457784" y="173986"/>
                  <a:pt x="407549" y="224221"/>
                  <a:pt x="345674" y="224221"/>
                </a:cubicBezTo>
                <a:lnTo>
                  <a:pt x="112110" y="224221"/>
                </a:lnTo>
                <a:cubicBezTo>
                  <a:pt x="50235" y="224221"/>
                  <a:pt x="0" y="173986"/>
                  <a:pt x="0" y="112110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5043331" y="1898401"/>
            <a:ext cx="513839" cy="224221"/>
          </a:xfrm>
          <a:prstGeom prst="rect">
            <a:avLst/>
          </a:prstGeom>
          <a:noFill/>
          <a:ln/>
        </p:spPr>
        <p:txBody>
          <a:bodyPr wrap="square" lIns="74740" tIns="37370" rIns="74740" bIns="3737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249565" y="2197246"/>
            <a:ext cx="2251549" cy="3363310"/>
          </a:xfrm>
          <a:custGeom>
            <a:avLst/>
            <a:gdLst/>
            <a:ahLst/>
            <a:cxnLst/>
            <a:rect l="l" t="t" r="r" b="b"/>
            <a:pathLst>
              <a:path w="2251549" h="3363310">
                <a:moveTo>
                  <a:pt x="74751" y="0"/>
                </a:moveTo>
                <a:lnTo>
                  <a:pt x="2176798" y="0"/>
                </a:lnTo>
                <a:cubicBezTo>
                  <a:pt x="2218082" y="0"/>
                  <a:pt x="2251549" y="33467"/>
                  <a:pt x="2251549" y="74751"/>
                </a:cubicBezTo>
                <a:lnTo>
                  <a:pt x="2251549" y="3288559"/>
                </a:lnTo>
                <a:cubicBezTo>
                  <a:pt x="2251549" y="3329843"/>
                  <a:pt x="2218082" y="3363310"/>
                  <a:pt x="2176798" y="3363310"/>
                </a:cubicBezTo>
                <a:lnTo>
                  <a:pt x="74751" y="3363310"/>
                </a:lnTo>
                <a:cubicBezTo>
                  <a:pt x="33467" y="3363310"/>
                  <a:pt x="0" y="3329843"/>
                  <a:pt x="0" y="3288559"/>
                </a:cubicBezTo>
                <a:lnTo>
                  <a:pt x="0" y="74751"/>
                </a:lnTo>
                <a:cubicBezTo>
                  <a:pt x="0" y="33467"/>
                  <a:pt x="33467" y="0"/>
                  <a:pt x="7475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pic>
        <p:nvPicPr>
          <p:cNvPr id="40" name="Image 1" descr="https://kimi-web-img.moonshot.cn/img/onyxcoating.com/7115cb05602f745a750fd6bf81853b223a548407.webp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l="16528" r="16528" t="0" b="0"/>
          <a:stretch/>
        </p:blipFill>
        <p:spPr>
          <a:xfrm>
            <a:off x="3249565" y="2197246"/>
            <a:ext cx="2251549" cy="3363310"/>
          </a:xfrm>
          <a:prstGeom prst="roundRect">
            <a:avLst>
              <a:gd name="adj" fmla="val 3320"/>
            </a:avLst>
          </a:prstGeom>
        </p:spPr>
      </p:pic>
      <p:sp>
        <p:nvSpPr>
          <p:cNvPr id="41" name="Shape 37"/>
          <p:cNvSpPr/>
          <p:nvPr/>
        </p:nvSpPr>
        <p:spPr>
          <a:xfrm>
            <a:off x="3249565" y="2197246"/>
            <a:ext cx="2251549" cy="3363310"/>
          </a:xfrm>
          <a:custGeom>
            <a:avLst/>
            <a:gdLst/>
            <a:ahLst/>
            <a:cxnLst/>
            <a:rect l="l" t="t" r="r" b="b"/>
            <a:pathLst>
              <a:path w="2251549" h="3363310">
                <a:moveTo>
                  <a:pt x="0" y="0"/>
                </a:moveTo>
                <a:lnTo>
                  <a:pt x="2251549" y="0"/>
                </a:lnTo>
                <a:lnTo>
                  <a:pt x="2251549" y="3363310"/>
                </a:lnTo>
                <a:lnTo>
                  <a:pt x="0" y="336331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2" name="Text 38"/>
          <p:cNvSpPr/>
          <p:nvPr/>
        </p:nvSpPr>
        <p:spPr>
          <a:xfrm>
            <a:off x="3324305" y="5238472"/>
            <a:ext cx="215812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BMW X5 - Priya M.</a:t>
            </a:r>
            <a:endParaRPr lang="en-US" sz="1600" dirty="0"/>
          </a:p>
        </p:txBody>
      </p:sp>
      <p:sp>
        <p:nvSpPr>
          <p:cNvPr id="43" name="Shape 39"/>
          <p:cNvSpPr/>
          <p:nvPr/>
        </p:nvSpPr>
        <p:spPr>
          <a:xfrm>
            <a:off x="3324305" y="5425208"/>
            <a:ext cx="2102069" cy="56055"/>
          </a:xfrm>
          <a:custGeom>
            <a:avLst/>
            <a:gdLst/>
            <a:ahLst/>
            <a:cxnLst/>
            <a:rect l="l" t="t" r="r" b="b"/>
            <a:pathLst>
              <a:path w="2102069" h="56055">
                <a:moveTo>
                  <a:pt x="28028" y="0"/>
                </a:moveTo>
                <a:lnTo>
                  <a:pt x="2074041" y="0"/>
                </a:lnTo>
                <a:cubicBezTo>
                  <a:pt x="2089521" y="0"/>
                  <a:pt x="2102069" y="12548"/>
                  <a:pt x="2102069" y="28028"/>
                </a:cubicBezTo>
                <a:lnTo>
                  <a:pt x="2102069" y="28028"/>
                </a:lnTo>
                <a:cubicBezTo>
                  <a:pt x="2102069" y="43507"/>
                  <a:pt x="2089521" y="56055"/>
                  <a:pt x="2074041" y="56055"/>
                </a:cubicBezTo>
                <a:lnTo>
                  <a:pt x="28028" y="56055"/>
                </a:lnTo>
                <a:cubicBezTo>
                  <a:pt x="12559" y="56055"/>
                  <a:pt x="0" y="43496"/>
                  <a:pt x="0" y="28028"/>
                </a:cubicBezTo>
                <a:lnTo>
                  <a:pt x="0" y="28028"/>
                </a:lnTo>
                <a:cubicBezTo>
                  <a:pt x="0" y="12559"/>
                  <a:pt x="12559" y="0"/>
                  <a:pt x="28028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3324305" y="5425208"/>
            <a:ext cx="1261241" cy="56055"/>
          </a:xfrm>
          <a:custGeom>
            <a:avLst/>
            <a:gdLst/>
            <a:ahLst/>
            <a:cxnLst/>
            <a:rect l="l" t="t" r="r" b="b"/>
            <a:pathLst>
              <a:path w="1261241" h="56055">
                <a:moveTo>
                  <a:pt x="28028" y="0"/>
                </a:moveTo>
                <a:lnTo>
                  <a:pt x="1233214" y="0"/>
                </a:lnTo>
                <a:cubicBezTo>
                  <a:pt x="1248693" y="0"/>
                  <a:pt x="1261241" y="12548"/>
                  <a:pt x="1261241" y="28028"/>
                </a:cubicBezTo>
                <a:lnTo>
                  <a:pt x="1261241" y="28028"/>
                </a:lnTo>
                <a:cubicBezTo>
                  <a:pt x="1261241" y="43507"/>
                  <a:pt x="1248693" y="56055"/>
                  <a:pt x="1233214" y="56055"/>
                </a:cubicBezTo>
                <a:lnTo>
                  <a:pt x="28028" y="56055"/>
                </a:lnTo>
                <a:cubicBezTo>
                  <a:pt x="12559" y="56055"/>
                  <a:pt x="0" y="43496"/>
                  <a:pt x="0" y="28028"/>
                </a:cubicBezTo>
                <a:lnTo>
                  <a:pt x="0" y="28028"/>
                </a:lnTo>
                <a:cubicBezTo>
                  <a:pt x="0" y="12559"/>
                  <a:pt x="12559" y="0"/>
                  <a:pt x="28028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5" name="Shape 41"/>
          <p:cNvSpPr/>
          <p:nvPr/>
        </p:nvSpPr>
        <p:spPr>
          <a:xfrm>
            <a:off x="3249565" y="5630744"/>
            <a:ext cx="728717" cy="345674"/>
          </a:xfrm>
          <a:custGeom>
            <a:avLst/>
            <a:gdLst/>
            <a:ahLst/>
            <a:cxnLst/>
            <a:rect l="l" t="t" r="r" b="b"/>
            <a:pathLst>
              <a:path w="728717" h="345674">
                <a:moveTo>
                  <a:pt x="37371" y="0"/>
                </a:moveTo>
                <a:lnTo>
                  <a:pt x="691346" y="0"/>
                </a:lnTo>
                <a:cubicBezTo>
                  <a:pt x="711986" y="0"/>
                  <a:pt x="728717" y="16731"/>
                  <a:pt x="728717" y="37371"/>
                </a:cubicBezTo>
                <a:lnTo>
                  <a:pt x="728717" y="308303"/>
                </a:lnTo>
                <a:cubicBezTo>
                  <a:pt x="728717" y="328942"/>
                  <a:pt x="711986" y="345674"/>
                  <a:pt x="691346" y="345674"/>
                </a:cubicBezTo>
                <a:lnTo>
                  <a:pt x="37371" y="345674"/>
                </a:lnTo>
                <a:cubicBezTo>
                  <a:pt x="16745" y="345674"/>
                  <a:pt x="0" y="328928"/>
                  <a:pt x="0" y="308303"/>
                </a:cubicBezTo>
                <a:lnTo>
                  <a:pt x="0" y="37371"/>
                </a:lnTo>
                <a:cubicBezTo>
                  <a:pt x="0" y="16731"/>
                  <a:pt x="16731" y="0"/>
                  <a:pt x="3737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6" name="Text 42"/>
          <p:cNvSpPr/>
          <p:nvPr/>
        </p:nvSpPr>
        <p:spPr>
          <a:xfrm>
            <a:off x="3258908" y="5668114"/>
            <a:ext cx="710032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3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24°</a:t>
            </a:r>
            <a:endParaRPr lang="en-US" sz="1600" dirty="0"/>
          </a:p>
        </p:txBody>
      </p:sp>
      <p:sp>
        <p:nvSpPr>
          <p:cNvPr id="47" name="Text 43"/>
          <p:cNvSpPr/>
          <p:nvPr/>
        </p:nvSpPr>
        <p:spPr>
          <a:xfrm>
            <a:off x="3263579" y="5817476"/>
            <a:ext cx="700690" cy="12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3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</a:t>
            </a:r>
            <a:endParaRPr lang="en-US" sz="1600" dirty="0"/>
          </a:p>
        </p:txBody>
      </p:sp>
      <p:sp>
        <p:nvSpPr>
          <p:cNvPr id="48" name="Shape 44"/>
          <p:cNvSpPr/>
          <p:nvPr/>
        </p:nvSpPr>
        <p:spPr>
          <a:xfrm>
            <a:off x="4011332" y="5630744"/>
            <a:ext cx="728717" cy="345674"/>
          </a:xfrm>
          <a:custGeom>
            <a:avLst/>
            <a:gdLst/>
            <a:ahLst/>
            <a:cxnLst/>
            <a:rect l="l" t="t" r="r" b="b"/>
            <a:pathLst>
              <a:path w="728717" h="345674">
                <a:moveTo>
                  <a:pt x="37371" y="0"/>
                </a:moveTo>
                <a:lnTo>
                  <a:pt x="691346" y="0"/>
                </a:lnTo>
                <a:cubicBezTo>
                  <a:pt x="711986" y="0"/>
                  <a:pt x="728717" y="16731"/>
                  <a:pt x="728717" y="37371"/>
                </a:cubicBezTo>
                <a:lnTo>
                  <a:pt x="728717" y="308303"/>
                </a:lnTo>
                <a:cubicBezTo>
                  <a:pt x="728717" y="328942"/>
                  <a:pt x="711986" y="345674"/>
                  <a:pt x="691346" y="345674"/>
                </a:cubicBezTo>
                <a:lnTo>
                  <a:pt x="37371" y="345674"/>
                </a:lnTo>
                <a:cubicBezTo>
                  <a:pt x="16745" y="345674"/>
                  <a:pt x="0" y="328928"/>
                  <a:pt x="0" y="308303"/>
                </a:cubicBezTo>
                <a:lnTo>
                  <a:pt x="0" y="37371"/>
                </a:lnTo>
                <a:cubicBezTo>
                  <a:pt x="0" y="16731"/>
                  <a:pt x="16731" y="0"/>
                  <a:pt x="3737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9" name="Text 45"/>
          <p:cNvSpPr/>
          <p:nvPr/>
        </p:nvSpPr>
        <p:spPr>
          <a:xfrm>
            <a:off x="4020674" y="5668114"/>
            <a:ext cx="710032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3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55%</a:t>
            </a:r>
            <a:endParaRPr lang="en-US" sz="1600" dirty="0"/>
          </a:p>
        </p:txBody>
      </p:sp>
      <p:sp>
        <p:nvSpPr>
          <p:cNvPr id="50" name="Text 46"/>
          <p:cNvSpPr/>
          <p:nvPr/>
        </p:nvSpPr>
        <p:spPr>
          <a:xfrm>
            <a:off x="4025345" y="5817476"/>
            <a:ext cx="700690" cy="12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3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</a:t>
            </a:r>
            <a:endParaRPr lang="en-US" sz="1600" dirty="0"/>
          </a:p>
        </p:txBody>
      </p:sp>
      <p:sp>
        <p:nvSpPr>
          <p:cNvPr id="51" name="Shape 47"/>
          <p:cNvSpPr/>
          <p:nvPr/>
        </p:nvSpPr>
        <p:spPr>
          <a:xfrm>
            <a:off x="4773215" y="5630744"/>
            <a:ext cx="728717" cy="345674"/>
          </a:xfrm>
          <a:custGeom>
            <a:avLst/>
            <a:gdLst/>
            <a:ahLst/>
            <a:cxnLst/>
            <a:rect l="l" t="t" r="r" b="b"/>
            <a:pathLst>
              <a:path w="728717" h="345674">
                <a:moveTo>
                  <a:pt x="37371" y="0"/>
                </a:moveTo>
                <a:lnTo>
                  <a:pt x="691346" y="0"/>
                </a:lnTo>
                <a:cubicBezTo>
                  <a:pt x="711986" y="0"/>
                  <a:pt x="728717" y="16731"/>
                  <a:pt x="728717" y="37371"/>
                </a:cubicBezTo>
                <a:lnTo>
                  <a:pt x="728717" y="308303"/>
                </a:lnTo>
                <a:cubicBezTo>
                  <a:pt x="728717" y="328942"/>
                  <a:pt x="711986" y="345674"/>
                  <a:pt x="691346" y="345674"/>
                </a:cubicBezTo>
                <a:lnTo>
                  <a:pt x="37371" y="345674"/>
                </a:lnTo>
                <a:cubicBezTo>
                  <a:pt x="16745" y="345674"/>
                  <a:pt x="0" y="328928"/>
                  <a:pt x="0" y="308303"/>
                </a:cubicBezTo>
                <a:lnTo>
                  <a:pt x="0" y="37371"/>
                </a:lnTo>
                <a:cubicBezTo>
                  <a:pt x="0" y="16731"/>
                  <a:pt x="16731" y="0"/>
                  <a:pt x="3737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2" name="Text 48"/>
          <p:cNvSpPr/>
          <p:nvPr/>
        </p:nvSpPr>
        <p:spPr>
          <a:xfrm>
            <a:off x="4782558" y="5668114"/>
            <a:ext cx="710032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3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78</a:t>
            </a:r>
            <a:endParaRPr lang="en-US" sz="1600" dirty="0"/>
          </a:p>
        </p:txBody>
      </p:sp>
      <p:sp>
        <p:nvSpPr>
          <p:cNvPr id="53" name="Text 49"/>
          <p:cNvSpPr/>
          <p:nvPr/>
        </p:nvSpPr>
        <p:spPr>
          <a:xfrm>
            <a:off x="4787229" y="5817476"/>
            <a:ext cx="700690" cy="12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3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</a:t>
            </a:r>
            <a:endParaRPr lang="en-US" sz="1600" dirty="0"/>
          </a:p>
        </p:txBody>
      </p:sp>
      <p:sp>
        <p:nvSpPr>
          <p:cNvPr id="54" name="Text 50"/>
          <p:cNvSpPr/>
          <p:nvPr/>
        </p:nvSpPr>
        <p:spPr>
          <a:xfrm>
            <a:off x="3249565" y="6054077"/>
            <a:ext cx="53252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Left:</a:t>
            </a:r>
            <a:endParaRPr lang="en-US" sz="1600" dirty="0"/>
          </a:p>
        </p:txBody>
      </p:sp>
      <p:sp>
        <p:nvSpPr>
          <p:cNvPr id="55" name="Text 51"/>
          <p:cNvSpPr/>
          <p:nvPr/>
        </p:nvSpPr>
        <p:spPr>
          <a:xfrm>
            <a:off x="5144814" y="6054077"/>
            <a:ext cx="411071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b="1" dirty="0">
                <a:solidFill>
                  <a:srgbClr val="F9731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2h 15m</a:t>
            </a:r>
            <a:endParaRPr lang="en-US" sz="1600" dirty="0"/>
          </a:p>
        </p:txBody>
      </p:sp>
      <p:sp>
        <p:nvSpPr>
          <p:cNvPr id="56" name="Shape 52"/>
          <p:cNvSpPr/>
          <p:nvPr/>
        </p:nvSpPr>
        <p:spPr>
          <a:xfrm>
            <a:off x="5733160" y="1782556"/>
            <a:ext cx="2483244" cy="4538600"/>
          </a:xfrm>
          <a:custGeom>
            <a:avLst/>
            <a:gdLst/>
            <a:ahLst/>
            <a:cxnLst/>
            <a:rect l="l" t="t" r="r" b="b"/>
            <a:pathLst>
              <a:path w="2483244" h="4538600">
                <a:moveTo>
                  <a:pt x="112118" y="0"/>
                </a:moveTo>
                <a:lnTo>
                  <a:pt x="2371126" y="0"/>
                </a:lnTo>
                <a:cubicBezTo>
                  <a:pt x="2433047" y="0"/>
                  <a:pt x="2483244" y="50197"/>
                  <a:pt x="2483244" y="112118"/>
                </a:cubicBezTo>
                <a:lnTo>
                  <a:pt x="2483244" y="4426482"/>
                </a:lnTo>
                <a:cubicBezTo>
                  <a:pt x="2483244" y="4488403"/>
                  <a:pt x="2433047" y="4538600"/>
                  <a:pt x="2371126" y="4538600"/>
                </a:cubicBezTo>
                <a:lnTo>
                  <a:pt x="112118" y="4538600"/>
                </a:lnTo>
                <a:cubicBezTo>
                  <a:pt x="50197" y="4538600"/>
                  <a:pt x="0" y="4488403"/>
                  <a:pt x="0" y="4426482"/>
                </a:cubicBezTo>
                <a:lnTo>
                  <a:pt x="0" y="112118"/>
                </a:lnTo>
                <a:cubicBezTo>
                  <a:pt x="0" y="50239"/>
                  <a:pt x="50239" y="0"/>
                  <a:pt x="11211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59E0B">
                <a:alpha val="50196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5849007" y="1973025"/>
            <a:ext cx="74740" cy="74740"/>
          </a:xfrm>
          <a:custGeom>
            <a:avLst/>
            <a:gdLst/>
            <a:ahLst/>
            <a:cxnLst/>
            <a:rect l="l" t="t" r="r" b="b"/>
            <a:pathLst>
              <a:path w="74740" h="74740">
                <a:moveTo>
                  <a:pt x="37370" y="0"/>
                </a:moveTo>
                <a:lnTo>
                  <a:pt x="37370" y="0"/>
                </a:lnTo>
                <a:cubicBezTo>
                  <a:pt x="57995" y="0"/>
                  <a:pt x="74740" y="16745"/>
                  <a:pt x="74740" y="37370"/>
                </a:cubicBezTo>
                <a:lnTo>
                  <a:pt x="74740" y="37370"/>
                </a:lnTo>
                <a:cubicBezTo>
                  <a:pt x="74740" y="57995"/>
                  <a:pt x="57995" y="74740"/>
                  <a:pt x="37370" y="74740"/>
                </a:cubicBezTo>
                <a:lnTo>
                  <a:pt x="37370" y="74740"/>
                </a:lnTo>
                <a:cubicBezTo>
                  <a:pt x="16745" y="74740"/>
                  <a:pt x="0" y="57995"/>
                  <a:pt x="0" y="37370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8" name="Text 54"/>
          <p:cNvSpPr/>
          <p:nvPr/>
        </p:nvSpPr>
        <p:spPr>
          <a:xfrm>
            <a:off x="5998487" y="1916970"/>
            <a:ext cx="32698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Pit 3</a:t>
            </a:r>
            <a:endParaRPr lang="en-US" sz="1600" dirty="0"/>
          </a:p>
        </p:txBody>
      </p:sp>
      <p:sp>
        <p:nvSpPr>
          <p:cNvPr id="59" name="Shape 55"/>
          <p:cNvSpPr/>
          <p:nvPr/>
        </p:nvSpPr>
        <p:spPr>
          <a:xfrm>
            <a:off x="7272575" y="1898401"/>
            <a:ext cx="822143" cy="224221"/>
          </a:xfrm>
          <a:custGeom>
            <a:avLst/>
            <a:gdLst/>
            <a:ahLst/>
            <a:cxnLst/>
            <a:rect l="l" t="t" r="r" b="b"/>
            <a:pathLst>
              <a:path w="822143" h="224221">
                <a:moveTo>
                  <a:pt x="112110" y="0"/>
                </a:moveTo>
                <a:lnTo>
                  <a:pt x="710032" y="0"/>
                </a:lnTo>
                <a:cubicBezTo>
                  <a:pt x="771949" y="0"/>
                  <a:pt x="822143" y="50194"/>
                  <a:pt x="822143" y="112110"/>
                </a:cubicBezTo>
                <a:lnTo>
                  <a:pt x="822143" y="112110"/>
                </a:lnTo>
                <a:cubicBezTo>
                  <a:pt x="822143" y="174027"/>
                  <a:pt x="771949" y="224221"/>
                  <a:pt x="710032" y="224221"/>
                </a:cubicBezTo>
                <a:lnTo>
                  <a:pt x="112110" y="224221"/>
                </a:lnTo>
                <a:cubicBezTo>
                  <a:pt x="50235" y="224221"/>
                  <a:pt x="0" y="173986"/>
                  <a:pt x="0" y="112110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60" name="Text 56"/>
          <p:cNvSpPr/>
          <p:nvPr/>
        </p:nvSpPr>
        <p:spPr>
          <a:xfrm>
            <a:off x="7272575" y="1898401"/>
            <a:ext cx="878198" cy="224221"/>
          </a:xfrm>
          <a:prstGeom prst="rect">
            <a:avLst/>
          </a:prstGeom>
          <a:noFill/>
          <a:ln/>
        </p:spPr>
        <p:txBody>
          <a:bodyPr wrap="square" lIns="74740" tIns="37370" rIns="74740" bIns="3737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Check</a:t>
            </a:r>
            <a:endParaRPr lang="en-US" sz="1600" dirty="0"/>
          </a:p>
        </p:txBody>
      </p:sp>
      <p:sp>
        <p:nvSpPr>
          <p:cNvPr id="61" name="Shape 57"/>
          <p:cNvSpPr/>
          <p:nvPr/>
        </p:nvSpPr>
        <p:spPr>
          <a:xfrm>
            <a:off x="5849007" y="2197246"/>
            <a:ext cx="2251549" cy="3363310"/>
          </a:xfrm>
          <a:custGeom>
            <a:avLst/>
            <a:gdLst/>
            <a:ahLst/>
            <a:cxnLst/>
            <a:rect l="l" t="t" r="r" b="b"/>
            <a:pathLst>
              <a:path w="2251549" h="3363310">
                <a:moveTo>
                  <a:pt x="74751" y="0"/>
                </a:moveTo>
                <a:lnTo>
                  <a:pt x="2176798" y="0"/>
                </a:lnTo>
                <a:cubicBezTo>
                  <a:pt x="2218082" y="0"/>
                  <a:pt x="2251549" y="33467"/>
                  <a:pt x="2251549" y="74751"/>
                </a:cubicBezTo>
                <a:lnTo>
                  <a:pt x="2251549" y="3288559"/>
                </a:lnTo>
                <a:cubicBezTo>
                  <a:pt x="2251549" y="3329843"/>
                  <a:pt x="2218082" y="3363310"/>
                  <a:pt x="2176798" y="3363310"/>
                </a:cubicBezTo>
                <a:lnTo>
                  <a:pt x="74751" y="3363310"/>
                </a:lnTo>
                <a:cubicBezTo>
                  <a:pt x="33467" y="3363310"/>
                  <a:pt x="0" y="3329843"/>
                  <a:pt x="0" y="3288559"/>
                </a:cubicBezTo>
                <a:lnTo>
                  <a:pt x="0" y="74751"/>
                </a:lnTo>
                <a:cubicBezTo>
                  <a:pt x="0" y="33467"/>
                  <a:pt x="33467" y="0"/>
                  <a:pt x="7475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pic>
        <p:nvPicPr>
          <p:cNvPr id="62" name="Image 2" descr="https://kimi-web-img.moonshot.cn/img/lirp.cdn-website.com/f7c9fde77cc019960c4668b8e97b7be0ed8490cc.jp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l="23954" r="23954" t="0" b="0"/>
          <a:stretch/>
        </p:blipFill>
        <p:spPr>
          <a:xfrm>
            <a:off x="5849007" y="2197246"/>
            <a:ext cx="2251549" cy="3363310"/>
          </a:xfrm>
          <a:prstGeom prst="roundRect">
            <a:avLst>
              <a:gd name="adj" fmla="val 3320"/>
            </a:avLst>
          </a:prstGeom>
        </p:spPr>
      </p:pic>
      <p:sp>
        <p:nvSpPr>
          <p:cNvPr id="63" name="Shape 58"/>
          <p:cNvSpPr/>
          <p:nvPr/>
        </p:nvSpPr>
        <p:spPr>
          <a:xfrm>
            <a:off x="5849007" y="2197246"/>
            <a:ext cx="2251549" cy="3363310"/>
          </a:xfrm>
          <a:custGeom>
            <a:avLst/>
            <a:gdLst/>
            <a:ahLst/>
            <a:cxnLst/>
            <a:rect l="l" t="t" r="r" b="b"/>
            <a:pathLst>
              <a:path w="2251549" h="3363310">
                <a:moveTo>
                  <a:pt x="0" y="0"/>
                </a:moveTo>
                <a:lnTo>
                  <a:pt x="2251549" y="0"/>
                </a:lnTo>
                <a:lnTo>
                  <a:pt x="2251549" y="3363310"/>
                </a:lnTo>
                <a:lnTo>
                  <a:pt x="0" y="336331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64" name="Text 59"/>
          <p:cNvSpPr/>
          <p:nvPr/>
        </p:nvSpPr>
        <p:spPr>
          <a:xfrm>
            <a:off x="5923747" y="5238472"/>
            <a:ext cx="215812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 A4 - Amit S.</a:t>
            </a:r>
            <a:endParaRPr lang="en-US" sz="1600" dirty="0"/>
          </a:p>
        </p:txBody>
      </p:sp>
      <p:sp>
        <p:nvSpPr>
          <p:cNvPr id="65" name="Shape 60"/>
          <p:cNvSpPr/>
          <p:nvPr/>
        </p:nvSpPr>
        <p:spPr>
          <a:xfrm>
            <a:off x="5923747" y="5425208"/>
            <a:ext cx="2102069" cy="56055"/>
          </a:xfrm>
          <a:custGeom>
            <a:avLst/>
            <a:gdLst/>
            <a:ahLst/>
            <a:cxnLst/>
            <a:rect l="l" t="t" r="r" b="b"/>
            <a:pathLst>
              <a:path w="2102069" h="56055">
                <a:moveTo>
                  <a:pt x="28028" y="0"/>
                </a:moveTo>
                <a:lnTo>
                  <a:pt x="2074041" y="0"/>
                </a:lnTo>
                <a:cubicBezTo>
                  <a:pt x="2089521" y="0"/>
                  <a:pt x="2102069" y="12548"/>
                  <a:pt x="2102069" y="28028"/>
                </a:cubicBezTo>
                <a:lnTo>
                  <a:pt x="2102069" y="28028"/>
                </a:lnTo>
                <a:cubicBezTo>
                  <a:pt x="2102069" y="43507"/>
                  <a:pt x="2089521" y="56055"/>
                  <a:pt x="2074041" y="56055"/>
                </a:cubicBezTo>
                <a:lnTo>
                  <a:pt x="28028" y="56055"/>
                </a:lnTo>
                <a:cubicBezTo>
                  <a:pt x="12559" y="56055"/>
                  <a:pt x="0" y="43496"/>
                  <a:pt x="0" y="28028"/>
                </a:cubicBezTo>
                <a:lnTo>
                  <a:pt x="0" y="28028"/>
                </a:lnTo>
                <a:cubicBezTo>
                  <a:pt x="0" y="12559"/>
                  <a:pt x="12559" y="0"/>
                  <a:pt x="28028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/>
        </p:spPr>
      </p:sp>
      <p:sp>
        <p:nvSpPr>
          <p:cNvPr id="66" name="Shape 61"/>
          <p:cNvSpPr/>
          <p:nvPr/>
        </p:nvSpPr>
        <p:spPr>
          <a:xfrm>
            <a:off x="5923747" y="5425208"/>
            <a:ext cx="1887191" cy="56055"/>
          </a:xfrm>
          <a:custGeom>
            <a:avLst/>
            <a:gdLst/>
            <a:ahLst/>
            <a:cxnLst/>
            <a:rect l="l" t="t" r="r" b="b"/>
            <a:pathLst>
              <a:path w="1887191" h="56055">
                <a:moveTo>
                  <a:pt x="28028" y="0"/>
                </a:moveTo>
                <a:lnTo>
                  <a:pt x="1859163" y="0"/>
                </a:lnTo>
                <a:cubicBezTo>
                  <a:pt x="1874642" y="0"/>
                  <a:pt x="1887191" y="12548"/>
                  <a:pt x="1887191" y="28028"/>
                </a:cubicBezTo>
                <a:lnTo>
                  <a:pt x="1887191" y="28028"/>
                </a:lnTo>
                <a:cubicBezTo>
                  <a:pt x="1887191" y="43507"/>
                  <a:pt x="1874642" y="56055"/>
                  <a:pt x="1859163" y="56055"/>
                </a:cubicBezTo>
                <a:lnTo>
                  <a:pt x="28028" y="56055"/>
                </a:lnTo>
                <a:cubicBezTo>
                  <a:pt x="12559" y="56055"/>
                  <a:pt x="0" y="43496"/>
                  <a:pt x="0" y="28028"/>
                </a:cubicBezTo>
                <a:lnTo>
                  <a:pt x="0" y="28028"/>
                </a:lnTo>
                <a:cubicBezTo>
                  <a:pt x="0" y="12559"/>
                  <a:pt x="12559" y="0"/>
                  <a:pt x="28028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7" name="Shape 62"/>
          <p:cNvSpPr/>
          <p:nvPr/>
        </p:nvSpPr>
        <p:spPr>
          <a:xfrm>
            <a:off x="5849007" y="5630744"/>
            <a:ext cx="728717" cy="345674"/>
          </a:xfrm>
          <a:custGeom>
            <a:avLst/>
            <a:gdLst/>
            <a:ahLst/>
            <a:cxnLst/>
            <a:rect l="l" t="t" r="r" b="b"/>
            <a:pathLst>
              <a:path w="728717" h="345674">
                <a:moveTo>
                  <a:pt x="37371" y="0"/>
                </a:moveTo>
                <a:lnTo>
                  <a:pt x="691346" y="0"/>
                </a:lnTo>
                <a:cubicBezTo>
                  <a:pt x="711986" y="0"/>
                  <a:pt x="728717" y="16731"/>
                  <a:pt x="728717" y="37371"/>
                </a:cubicBezTo>
                <a:lnTo>
                  <a:pt x="728717" y="308303"/>
                </a:lnTo>
                <a:cubicBezTo>
                  <a:pt x="728717" y="328942"/>
                  <a:pt x="711986" y="345674"/>
                  <a:pt x="691346" y="345674"/>
                </a:cubicBezTo>
                <a:lnTo>
                  <a:pt x="37371" y="345674"/>
                </a:lnTo>
                <a:cubicBezTo>
                  <a:pt x="16745" y="345674"/>
                  <a:pt x="0" y="328928"/>
                  <a:pt x="0" y="308303"/>
                </a:cubicBezTo>
                <a:lnTo>
                  <a:pt x="0" y="37371"/>
                </a:lnTo>
                <a:cubicBezTo>
                  <a:pt x="0" y="16731"/>
                  <a:pt x="16731" y="0"/>
                  <a:pt x="3737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68" name="Text 63"/>
          <p:cNvSpPr/>
          <p:nvPr/>
        </p:nvSpPr>
        <p:spPr>
          <a:xfrm>
            <a:off x="5858349" y="5668114"/>
            <a:ext cx="710032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3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25°</a:t>
            </a:r>
            <a:endParaRPr lang="en-US" sz="1600" dirty="0"/>
          </a:p>
        </p:txBody>
      </p:sp>
      <p:sp>
        <p:nvSpPr>
          <p:cNvPr id="69" name="Text 64"/>
          <p:cNvSpPr/>
          <p:nvPr/>
        </p:nvSpPr>
        <p:spPr>
          <a:xfrm>
            <a:off x="5863021" y="5817476"/>
            <a:ext cx="700690" cy="12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3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</a:t>
            </a:r>
            <a:endParaRPr lang="en-US" sz="1600" dirty="0"/>
          </a:p>
        </p:txBody>
      </p:sp>
      <p:sp>
        <p:nvSpPr>
          <p:cNvPr id="70" name="Shape 65"/>
          <p:cNvSpPr/>
          <p:nvPr/>
        </p:nvSpPr>
        <p:spPr>
          <a:xfrm>
            <a:off x="6610774" y="5630744"/>
            <a:ext cx="728717" cy="345674"/>
          </a:xfrm>
          <a:custGeom>
            <a:avLst/>
            <a:gdLst/>
            <a:ahLst/>
            <a:cxnLst/>
            <a:rect l="l" t="t" r="r" b="b"/>
            <a:pathLst>
              <a:path w="728717" h="345674">
                <a:moveTo>
                  <a:pt x="37371" y="0"/>
                </a:moveTo>
                <a:lnTo>
                  <a:pt x="691346" y="0"/>
                </a:lnTo>
                <a:cubicBezTo>
                  <a:pt x="711986" y="0"/>
                  <a:pt x="728717" y="16731"/>
                  <a:pt x="728717" y="37371"/>
                </a:cubicBezTo>
                <a:lnTo>
                  <a:pt x="728717" y="308303"/>
                </a:lnTo>
                <a:cubicBezTo>
                  <a:pt x="728717" y="328942"/>
                  <a:pt x="711986" y="345674"/>
                  <a:pt x="691346" y="345674"/>
                </a:cubicBezTo>
                <a:lnTo>
                  <a:pt x="37371" y="345674"/>
                </a:lnTo>
                <a:cubicBezTo>
                  <a:pt x="16745" y="345674"/>
                  <a:pt x="0" y="328928"/>
                  <a:pt x="0" y="308303"/>
                </a:cubicBezTo>
                <a:lnTo>
                  <a:pt x="0" y="37371"/>
                </a:lnTo>
                <a:cubicBezTo>
                  <a:pt x="0" y="16731"/>
                  <a:pt x="16731" y="0"/>
                  <a:pt x="3737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71" name="Text 66"/>
          <p:cNvSpPr/>
          <p:nvPr/>
        </p:nvSpPr>
        <p:spPr>
          <a:xfrm>
            <a:off x="6620116" y="5668114"/>
            <a:ext cx="710032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3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58%</a:t>
            </a:r>
            <a:endParaRPr lang="en-US" sz="1600" dirty="0"/>
          </a:p>
        </p:txBody>
      </p:sp>
      <p:sp>
        <p:nvSpPr>
          <p:cNvPr id="72" name="Text 67"/>
          <p:cNvSpPr/>
          <p:nvPr/>
        </p:nvSpPr>
        <p:spPr>
          <a:xfrm>
            <a:off x="6624787" y="5817476"/>
            <a:ext cx="700690" cy="12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3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</a:t>
            </a:r>
            <a:endParaRPr lang="en-US" sz="1600" dirty="0"/>
          </a:p>
        </p:txBody>
      </p:sp>
      <p:sp>
        <p:nvSpPr>
          <p:cNvPr id="73" name="Shape 68"/>
          <p:cNvSpPr/>
          <p:nvPr/>
        </p:nvSpPr>
        <p:spPr>
          <a:xfrm>
            <a:off x="7372540" y="5630744"/>
            <a:ext cx="728717" cy="345674"/>
          </a:xfrm>
          <a:custGeom>
            <a:avLst/>
            <a:gdLst/>
            <a:ahLst/>
            <a:cxnLst/>
            <a:rect l="l" t="t" r="r" b="b"/>
            <a:pathLst>
              <a:path w="728717" h="345674">
                <a:moveTo>
                  <a:pt x="37371" y="0"/>
                </a:moveTo>
                <a:lnTo>
                  <a:pt x="691346" y="0"/>
                </a:lnTo>
                <a:cubicBezTo>
                  <a:pt x="711986" y="0"/>
                  <a:pt x="728717" y="16731"/>
                  <a:pt x="728717" y="37371"/>
                </a:cubicBezTo>
                <a:lnTo>
                  <a:pt x="728717" y="308303"/>
                </a:lnTo>
                <a:cubicBezTo>
                  <a:pt x="728717" y="328942"/>
                  <a:pt x="711986" y="345674"/>
                  <a:pt x="691346" y="345674"/>
                </a:cubicBezTo>
                <a:lnTo>
                  <a:pt x="37371" y="345674"/>
                </a:lnTo>
                <a:cubicBezTo>
                  <a:pt x="16745" y="345674"/>
                  <a:pt x="0" y="328928"/>
                  <a:pt x="0" y="308303"/>
                </a:cubicBezTo>
                <a:lnTo>
                  <a:pt x="0" y="37371"/>
                </a:lnTo>
                <a:cubicBezTo>
                  <a:pt x="0" y="16731"/>
                  <a:pt x="16731" y="0"/>
                  <a:pt x="3737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74" name="Text 69"/>
          <p:cNvSpPr/>
          <p:nvPr/>
        </p:nvSpPr>
        <p:spPr>
          <a:xfrm>
            <a:off x="7381882" y="5668114"/>
            <a:ext cx="710032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3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82</a:t>
            </a:r>
            <a:endParaRPr lang="en-US" sz="1600" dirty="0"/>
          </a:p>
        </p:txBody>
      </p:sp>
      <p:sp>
        <p:nvSpPr>
          <p:cNvPr id="75" name="Text 70"/>
          <p:cNvSpPr/>
          <p:nvPr/>
        </p:nvSpPr>
        <p:spPr>
          <a:xfrm>
            <a:off x="7386554" y="5817476"/>
            <a:ext cx="700690" cy="12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3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</a:t>
            </a:r>
            <a:endParaRPr lang="en-US" sz="1600" dirty="0"/>
          </a:p>
        </p:txBody>
      </p:sp>
      <p:sp>
        <p:nvSpPr>
          <p:cNvPr id="76" name="Text 71"/>
          <p:cNvSpPr/>
          <p:nvPr/>
        </p:nvSpPr>
        <p:spPr>
          <a:xfrm>
            <a:off x="5849007" y="6054077"/>
            <a:ext cx="53252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Left:</a:t>
            </a:r>
            <a:endParaRPr lang="en-US" sz="1600" dirty="0"/>
          </a:p>
        </p:txBody>
      </p:sp>
      <p:sp>
        <p:nvSpPr>
          <p:cNvPr id="77" name="Text 72"/>
          <p:cNvSpPr/>
          <p:nvPr/>
        </p:nvSpPr>
        <p:spPr>
          <a:xfrm>
            <a:off x="7892218" y="6054077"/>
            <a:ext cx="261591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b="1" dirty="0">
                <a:solidFill>
                  <a:srgbClr val="F9731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15m</a:t>
            </a:r>
            <a:endParaRPr lang="en-US" sz="1600" dirty="0"/>
          </a:p>
        </p:txBody>
      </p:sp>
      <p:sp>
        <p:nvSpPr>
          <p:cNvPr id="78" name="Shape 73"/>
          <p:cNvSpPr/>
          <p:nvPr/>
        </p:nvSpPr>
        <p:spPr>
          <a:xfrm>
            <a:off x="8526926" y="1251900"/>
            <a:ext cx="3286702" cy="3529607"/>
          </a:xfrm>
          <a:custGeom>
            <a:avLst/>
            <a:gdLst/>
            <a:ahLst/>
            <a:cxnLst/>
            <a:rect l="l" t="t" r="r" b="b"/>
            <a:pathLst>
              <a:path w="3286702" h="3529607">
                <a:moveTo>
                  <a:pt x="149479" y="0"/>
                </a:moveTo>
                <a:lnTo>
                  <a:pt x="3137222" y="0"/>
                </a:lnTo>
                <a:cubicBezTo>
                  <a:pt x="3219777" y="0"/>
                  <a:pt x="3286702" y="66924"/>
                  <a:pt x="3286702" y="149479"/>
                </a:cubicBezTo>
                <a:lnTo>
                  <a:pt x="3286702" y="3380128"/>
                </a:lnTo>
                <a:cubicBezTo>
                  <a:pt x="3286702" y="3462683"/>
                  <a:pt x="3219777" y="3529607"/>
                  <a:pt x="3137222" y="3529607"/>
                </a:cubicBezTo>
                <a:lnTo>
                  <a:pt x="149479" y="3529607"/>
                </a:lnTo>
                <a:cubicBezTo>
                  <a:pt x="66924" y="3529607"/>
                  <a:pt x="0" y="3462683"/>
                  <a:pt x="0" y="3380128"/>
                </a:cubicBezTo>
                <a:lnTo>
                  <a:pt x="0" y="149479"/>
                </a:lnTo>
                <a:cubicBezTo>
                  <a:pt x="0" y="66979"/>
                  <a:pt x="66979" y="0"/>
                  <a:pt x="149479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8703500" y="1451830"/>
            <a:ext cx="168166" cy="168166"/>
          </a:xfrm>
          <a:custGeom>
            <a:avLst/>
            <a:gdLst/>
            <a:ahLst/>
            <a:cxnLst/>
            <a:rect l="l" t="t" r="r" b="b"/>
            <a:pathLst>
              <a:path w="168166" h="168166">
                <a:moveTo>
                  <a:pt x="64080" y="3120"/>
                </a:moveTo>
                <a:cubicBezTo>
                  <a:pt x="65066" y="-1741"/>
                  <a:pt x="69368" y="-5255"/>
                  <a:pt x="74361" y="-5255"/>
                </a:cubicBezTo>
                <a:lnTo>
                  <a:pt x="94002" y="-5255"/>
                </a:lnTo>
                <a:cubicBezTo>
                  <a:pt x="98994" y="-5255"/>
                  <a:pt x="103297" y="-1741"/>
                  <a:pt x="104282" y="3120"/>
                </a:cubicBezTo>
                <a:lnTo>
                  <a:pt x="109045" y="26112"/>
                </a:lnTo>
                <a:cubicBezTo>
                  <a:pt x="113676" y="28082"/>
                  <a:pt x="118011" y="30611"/>
                  <a:pt x="121953" y="33600"/>
                </a:cubicBezTo>
                <a:lnTo>
                  <a:pt x="144222" y="26210"/>
                </a:lnTo>
                <a:cubicBezTo>
                  <a:pt x="148951" y="24634"/>
                  <a:pt x="154141" y="26604"/>
                  <a:pt x="156637" y="30940"/>
                </a:cubicBezTo>
                <a:lnTo>
                  <a:pt x="166458" y="47953"/>
                </a:lnTo>
                <a:cubicBezTo>
                  <a:pt x="168954" y="52289"/>
                  <a:pt x="168067" y="57741"/>
                  <a:pt x="164323" y="61059"/>
                </a:cubicBezTo>
                <a:lnTo>
                  <a:pt x="146816" y="76627"/>
                </a:lnTo>
                <a:cubicBezTo>
                  <a:pt x="147112" y="79058"/>
                  <a:pt x="147243" y="81554"/>
                  <a:pt x="147243" y="84083"/>
                </a:cubicBezTo>
                <a:cubicBezTo>
                  <a:pt x="147243" y="86612"/>
                  <a:pt x="147079" y="89108"/>
                  <a:pt x="146816" y="91539"/>
                </a:cubicBezTo>
                <a:lnTo>
                  <a:pt x="164356" y="107140"/>
                </a:lnTo>
                <a:cubicBezTo>
                  <a:pt x="168100" y="110457"/>
                  <a:pt x="168954" y="115942"/>
                  <a:pt x="166490" y="120245"/>
                </a:cubicBezTo>
                <a:lnTo>
                  <a:pt x="156670" y="137259"/>
                </a:lnTo>
                <a:cubicBezTo>
                  <a:pt x="154174" y="141561"/>
                  <a:pt x="148984" y="143565"/>
                  <a:pt x="144254" y="141988"/>
                </a:cubicBezTo>
                <a:lnTo>
                  <a:pt x="121986" y="134598"/>
                </a:lnTo>
                <a:cubicBezTo>
                  <a:pt x="118011" y="137587"/>
                  <a:pt x="113676" y="140083"/>
                  <a:pt x="109078" y="142087"/>
                </a:cubicBezTo>
                <a:lnTo>
                  <a:pt x="104348" y="165045"/>
                </a:lnTo>
                <a:cubicBezTo>
                  <a:pt x="103330" y="169939"/>
                  <a:pt x="99027" y="173421"/>
                  <a:pt x="94068" y="173421"/>
                </a:cubicBezTo>
                <a:lnTo>
                  <a:pt x="74426" y="173421"/>
                </a:lnTo>
                <a:cubicBezTo>
                  <a:pt x="69434" y="173421"/>
                  <a:pt x="65131" y="169906"/>
                  <a:pt x="64146" y="165045"/>
                </a:cubicBezTo>
                <a:lnTo>
                  <a:pt x="59416" y="142087"/>
                </a:lnTo>
                <a:cubicBezTo>
                  <a:pt x="54785" y="140116"/>
                  <a:pt x="50482" y="137587"/>
                  <a:pt x="46508" y="134598"/>
                </a:cubicBezTo>
                <a:lnTo>
                  <a:pt x="24141" y="141988"/>
                </a:lnTo>
                <a:cubicBezTo>
                  <a:pt x="19411" y="143565"/>
                  <a:pt x="14222" y="141594"/>
                  <a:pt x="11726" y="137259"/>
                </a:cubicBezTo>
                <a:lnTo>
                  <a:pt x="1905" y="120245"/>
                </a:lnTo>
                <a:cubicBezTo>
                  <a:pt x="-591" y="115909"/>
                  <a:pt x="296" y="110457"/>
                  <a:pt x="4040" y="107140"/>
                </a:cubicBezTo>
                <a:lnTo>
                  <a:pt x="21579" y="91539"/>
                </a:lnTo>
                <a:cubicBezTo>
                  <a:pt x="21283" y="89108"/>
                  <a:pt x="21152" y="86612"/>
                  <a:pt x="21152" y="84083"/>
                </a:cubicBezTo>
                <a:cubicBezTo>
                  <a:pt x="21152" y="81554"/>
                  <a:pt x="21316" y="79058"/>
                  <a:pt x="21579" y="76627"/>
                </a:cubicBezTo>
                <a:lnTo>
                  <a:pt x="4040" y="61026"/>
                </a:lnTo>
                <a:cubicBezTo>
                  <a:pt x="296" y="57708"/>
                  <a:pt x="-558" y="52223"/>
                  <a:pt x="1905" y="47921"/>
                </a:cubicBezTo>
                <a:lnTo>
                  <a:pt x="11726" y="30907"/>
                </a:lnTo>
                <a:cubicBezTo>
                  <a:pt x="14222" y="26571"/>
                  <a:pt x="19411" y="24601"/>
                  <a:pt x="24141" y="26177"/>
                </a:cubicBezTo>
                <a:lnTo>
                  <a:pt x="46410" y="33567"/>
                </a:lnTo>
                <a:cubicBezTo>
                  <a:pt x="50384" y="30579"/>
                  <a:pt x="54719" y="28082"/>
                  <a:pt x="59318" y="26079"/>
                </a:cubicBezTo>
                <a:lnTo>
                  <a:pt x="64080" y="3120"/>
                </a:lnTo>
                <a:close/>
                <a:moveTo>
                  <a:pt x="84181" y="110359"/>
                </a:moveTo>
                <a:cubicBezTo>
                  <a:pt x="93569" y="110323"/>
                  <a:pt x="102224" y="105283"/>
                  <a:pt x="106888" y="97135"/>
                </a:cubicBezTo>
                <a:cubicBezTo>
                  <a:pt x="111551" y="88988"/>
                  <a:pt x="111513" y="78972"/>
                  <a:pt x="106789" y="70859"/>
                </a:cubicBezTo>
                <a:cubicBezTo>
                  <a:pt x="102065" y="62747"/>
                  <a:pt x="93372" y="57772"/>
                  <a:pt x="83984" y="57807"/>
                </a:cubicBezTo>
                <a:cubicBezTo>
                  <a:pt x="74597" y="57842"/>
                  <a:pt x="65941" y="62883"/>
                  <a:pt x="61278" y="71030"/>
                </a:cubicBezTo>
                <a:cubicBezTo>
                  <a:pt x="56615" y="79178"/>
                  <a:pt x="56652" y="89194"/>
                  <a:pt x="61376" y="97306"/>
                </a:cubicBezTo>
                <a:cubicBezTo>
                  <a:pt x="66101" y="105418"/>
                  <a:pt x="74794" y="110394"/>
                  <a:pt x="84181" y="11035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0" name="Text 75"/>
          <p:cNvSpPr/>
          <p:nvPr/>
        </p:nvSpPr>
        <p:spPr>
          <a:xfrm>
            <a:off x="8895022" y="1405118"/>
            <a:ext cx="2849471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81" name="Shape 76"/>
          <p:cNvSpPr/>
          <p:nvPr/>
        </p:nvSpPr>
        <p:spPr>
          <a:xfrm>
            <a:off x="8698829" y="1816189"/>
            <a:ext cx="149480" cy="149480"/>
          </a:xfrm>
          <a:custGeom>
            <a:avLst/>
            <a:gdLst/>
            <a:ahLst/>
            <a:cxnLst/>
            <a:rect l="l" t="t" r="r" b="b"/>
            <a:pathLst>
              <a:path w="149480" h="149480">
                <a:moveTo>
                  <a:pt x="74740" y="149480"/>
                </a:moveTo>
                <a:cubicBezTo>
                  <a:pt x="115990" y="149480"/>
                  <a:pt x="149480" y="115990"/>
                  <a:pt x="149480" y="74740"/>
                </a:cubicBezTo>
                <a:cubicBezTo>
                  <a:pt x="149480" y="33490"/>
                  <a:pt x="115990" y="0"/>
                  <a:pt x="74740" y="0"/>
                </a:cubicBezTo>
                <a:cubicBezTo>
                  <a:pt x="33490" y="0"/>
                  <a:pt x="0" y="33490"/>
                  <a:pt x="0" y="74740"/>
                </a:cubicBezTo>
                <a:cubicBezTo>
                  <a:pt x="0" y="115990"/>
                  <a:pt x="33490" y="149480"/>
                  <a:pt x="74740" y="149480"/>
                </a:cubicBezTo>
                <a:close/>
                <a:moveTo>
                  <a:pt x="99381" y="62099"/>
                </a:moveTo>
                <a:lnTo>
                  <a:pt x="76025" y="99469"/>
                </a:lnTo>
                <a:cubicBezTo>
                  <a:pt x="74799" y="101425"/>
                  <a:pt x="72697" y="102651"/>
                  <a:pt x="70390" y="102768"/>
                </a:cubicBezTo>
                <a:cubicBezTo>
                  <a:pt x="68084" y="102885"/>
                  <a:pt x="65865" y="101834"/>
                  <a:pt x="64493" y="99965"/>
                </a:cubicBezTo>
                <a:lnTo>
                  <a:pt x="50479" y="81280"/>
                </a:lnTo>
                <a:cubicBezTo>
                  <a:pt x="48143" y="78185"/>
                  <a:pt x="48786" y="73806"/>
                  <a:pt x="51880" y="71470"/>
                </a:cubicBezTo>
                <a:cubicBezTo>
                  <a:pt x="54975" y="69135"/>
                  <a:pt x="59354" y="69777"/>
                  <a:pt x="61690" y="72872"/>
                </a:cubicBezTo>
                <a:lnTo>
                  <a:pt x="69573" y="83382"/>
                </a:lnTo>
                <a:lnTo>
                  <a:pt x="87499" y="54683"/>
                </a:lnTo>
                <a:cubicBezTo>
                  <a:pt x="89542" y="51413"/>
                  <a:pt x="93863" y="50391"/>
                  <a:pt x="97162" y="52464"/>
                </a:cubicBezTo>
                <a:cubicBezTo>
                  <a:pt x="100461" y="54537"/>
                  <a:pt x="101454" y="58829"/>
                  <a:pt x="99381" y="6212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2" name="Text 77"/>
          <p:cNvSpPr/>
          <p:nvPr/>
        </p:nvSpPr>
        <p:spPr>
          <a:xfrm>
            <a:off x="8941735" y="1778819"/>
            <a:ext cx="1279926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Management</a:t>
            </a:r>
            <a:endParaRPr lang="en-US" sz="1600" dirty="0"/>
          </a:p>
        </p:txBody>
      </p:sp>
      <p:sp>
        <p:nvSpPr>
          <p:cNvPr id="83" name="Text 78"/>
          <p:cNvSpPr/>
          <p:nvPr/>
        </p:nvSpPr>
        <p:spPr>
          <a:xfrm>
            <a:off x="8941735" y="1965669"/>
            <a:ext cx="127058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Create, edit, track all jobs</a:t>
            </a:r>
            <a:endParaRPr lang="en-US" sz="1600" dirty="0"/>
          </a:p>
        </p:txBody>
      </p:sp>
      <p:sp>
        <p:nvSpPr>
          <p:cNvPr id="84" name="Shape 79"/>
          <p:cNvSpPr/>
          <p:nvPr/>
        </p:nvSpPr>
        <p:spPr>
          <a:xfrm>
            <a:off x="8698829" y="2227142"/>
            <a:ext cx="149480" cy="149480"/>
          </a:xfrm>
          <a:custGeom>
            <a:avLst/>
            <a:gdLst/>
            <a:ahLst/>
            <a:cxnLst/>
            <a:rect l="l" t="t" r="r" b="b"/>
            <a:pathLst>
              <a:path w="149480" h="149480">
                <a:moveTo>
                  <a:pt x="74740" y="149480"/>
                </a:moveTo>
                <a:cubicBezTo>
                  <a:pt x="115990" y="149480"/>
                  <a:pt x="149480" y="115990"/>
                  <a:pt x="149480" y="74740"/>
                </a:cubicBezTo>
                <a:cubicBezTo>
                  <a:pt x="149480" y="33490"/>
                  <a:pt x="115990" y="0"/>
                  <a:pt x="74740" y="0"/>
                </a:cubicBezTo>
                <a:cubicBezTo>
                  <a:pt x="33490" y="0"/>
                  <a:pt x="0" y="33490"/>
                  <a:pt x="0" y="74740"/>
                </a:cubicBezTo>
                <a:cubicBezTo>
                  <a:pt x="0" y="115990"/>
                  <a:pt x="33490" y="149480"/>
                  <a:pt x="74740" y="149480"/>
                </a:cubicBezTo>
                <a:close/>
                <a:moveTo>
                  <a:pt x="99381" y="62099"/>
                </a:moveTo>
                <a:lnTo>
                  <a:pt x="76025" y="99469"/>
                </a:lnTo>
                <a:cubicBezTo>
                  <a:pt x="74799" y="101425"/>
                  <a:pt x="72697" y="102651"/>
                  <a:pt x="70390" y="102768"/>
                </a:cubicBezTo>
                <a:cubicBezTo>
                  <a:pt x="68084" y="102885"/>
                  <a:pt x="65865" y="101834"/>
                  <a:pt x="64493" y="99965"/>
                </a:cubicBezTo>
                <a:lnTo>
                  <a:pt x="50479" y="81280"/>
                </a:lnTo>
                <a:cubicBezTo>
                  <a:pt x="48143" y="78185"/>
                  <a:pt x="48786" y="73806"/>
                  <a:pt x="51880" y="71470"/>
                </a:cubicBezTo>
                <a:cubicBezTo>
                  <a:pt x="54975" y="69135"/>
                  <a:pt x="59354" y="69777"/>
                  <a:pt x="61690" y="72872"/>
                </a:cubicBezTo>
                <a:lnTo>
                  <a:pt x="69573" y="83382"/>
                </a:lnTo>
                <a:lnTo>
                  <a:pt x="87499" y="54683"/>
                </a:lnTo>
                <a:cubicBezTo>
                  <a:pt x="89542" y="51413"/>
                  <a:pt x="93863" y="50391"/>
                  <a:pt x="97162" y="52464"/>
                </a:cubicBezTo>
                <a:cubicBezTo>
                  <a:pt x="100461" y="54537"/>
                  <a:pt x="101454" y="58829"/>
                  <a:pt x="99381" y="6212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5" name="Text 80"/>
          <p:cNvSpPr/>
          <p:nvPr/>
        </p:nvSpPr>
        <p:spPr>
          <a:xfrm>
            <a:off x="8941735" y="2189771"/>
            <a:ext cx="128926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Multi-User Access</a:t>
            </a:r>
            <a:endParaRPr lang="en-US" sz="1600" dirty="0"/>
          </a:p>
        </p:txBody>
      </p:sp>
      <p:sp>
        <p:nvSpPr>
          <p:cNvPr id="86" name="Text 81"/>
          <p:cNvSpPr/>
          <p:nvPr/>
        </p:nvSpPr>
        <p:spPr>
          <a:xfrm>
            <a:off x="8941735" y="2376624"/>
            <a:ext cx="1279926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staff permissions</a:t>
            </a:r>
            <a:endParaRPr lang="en-US" sz="1600" dirty="0"/>
          </a:p>
        </p:txBody>
      </p:sp>
      <p:sp>
        <p:nvSpPr>
          <p:cNvPr id="87" name="Shape 82"/>
          <p:cNvSpPr/>
          <p:nvPr/>
        </p:nvSpPr>
        <p:spPr>
          <a:xfrm>
            <a:off x="8698829" y="2638097"/>
            <a:ext cx="149480" cy="149480"/>
          </a:xfrm>
          <a:custGeom>
            <a:avLst/>
            <a:gdLst/>
            <a:ahLst/>
            <a:cxnLst/>
            <a:rect l="l" t="t" r="r" b="b"/>
            <a:pathLst>
              <a:path w="149480" h="149480">
                <a:moveTo>
                  <a:pt x="74740" y="149480"/>
                </a:moveTo>
                <a:cubicBezTo>
                  <a:pt x="115990" y="149480"/>
                  <a:pt x="149480" y="115990"/>
                  <a:pt x="149480" y="74740"/>
                </a:cubicBezTo>
                <a:cubicBezTo>
                  <a:pt x="149480" y="33490"/>
                  <a:pt x="115990" y="0"/>
                  <a:pt x="74740" y="0"/>
                </a:cubicBezTo>
                <a:cubicBezTo>
                  <a:pt x="33490" y="0"/>
                  <a:pt x="0" y="33490"/>
                  <a:pt x="0" y="74740"/>
                </a:cubicBezTo>
                <a:cubicBezTo>
                  <a:pt x="0" y="115990"/>
                  <a:pt x="33490" y="149480"/>
                  <a:pt x="74740" y="149480"/>
                </a:cubicBezTo>
                <a:close/>
                <a:moveTo>
                  <a:pt x="99381" y="62099"/>
                </a:moveTo>
                <a:lnTo>
                  <a:pt x="76025" y="99469"/>
                </a:lnTo>
                <a:cubicBezTo>
                  <a:pt x="74799" y="101425"/>
                  <a:pt x="72697" y="102651"/>
                  <a:pt x="70390" y="102768"/>
                </a:cubicBezTo>
                <a:cubicBezTo>
                  <a:pt x="68084" y="102885"/>
                  <a:pt x="65865" y="101834"/>
                  <a:pt x="64493" y="99965"/>
                </a:cubicBezTo>
                <a:lnTo>
                  <a:pt x="50479" y="81280"/>
                </a:lnTo>
                <a:cubicBezTo>
                  <a:pt x="48143" y="78185"/>
                  <a:pt x="48786" y="73806"/>
                  <a:pt x="51880" y="71470"/>
                </a:cubicBezTo>
                <a:cubicBezTo>
                  <a:pt x="54975" y="69135"/>
                  <a:pt x="59354" y="69777"/>
                  <a:pt x="61690" y="72872"/>
                </a:cubicBezTo>
                <a:lnTo>
                  <a:pt x="69573" y="83382"/>
                </a:lnTo>
                <a:lnTo>
                  <a:pt x="87499" y="54683"/>
                </a:lnTo>
                <a:cubicBezTo>
                  <a:pt x="89542" y="51413"/>
                  <a:pt x="93863" y="50391"/>
                  <a:pt x="97162" y="52464"/>
                </a:cubicBezTo>
                <a:cubicBezTo>
                  <a:pt x="100461" y="54537"/>
                  <a:pt x="101454" y="58829"/>
                  <a:pt x="99381" y="6212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8" name="Text 83"/>
          <p:cNvSpPr/>
          <p:nvPr/>
        </p:nvSpPr>
        <p:spPr>
          <a:xfrm>
            <a:off x="8941735" y="2600726"/>
            <a:ext cx="1205186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89" name="Text 84"/>
          <p:cNvSpPr/>
          <p:nvPr/>
        </p:nvSpPr>
        <p:spPr>
          <a:xfrm>
            <a:off x="8941735" y="2787577"/>
            <a:ext cx="119584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data &amp; trends</a:t>
            </a:r>
            <a:endParaRPr lang="en-US" sz="1600" dirty="0"/>
          </a:p>
        </p:txBody>
      </p:sp>
      <p:sp>
        <p:nvSpPr>
          <p:cNvPr id="90" name="Shape 85"/>
          <p:cNvSpPr/>
          <p:nvPr/>
        </p:nvSpPr>
        <p:spPr>
          <a:xfrm>
            <a:off x="8698829" y="3049054"/>
            <a:ext cx="149480" cy="149480"/>
          </a:xfrm>
          <a:custGeom>
            <a:avLst/>
            <a:gdLst/>
            <a:ahLst/>
            <a:cxnLst/>
            <a:rect l="l" t="t" r="r" b="b"/>
            <a:pathLst>
              <a:path w="149480" h="149480">
                <a:moveTo>
                  <a:pt x="74740" y="149480"/>
                </a:moveTo>
                <a:cubicBezTo>
                  <a:pt x="115990" y="149480"/>
                  <a:pt x="149480" y="115990"/>
                  <a:pt x="149480" y="74740"/>
                </a:cubicBezTo>
                <a:cubicBezTo>
                  <a:pt x="149480" y="33490"/>
                  <a:pt x="115990" y="0"/>
                  <a:pt x="74740" y="0"/>
                </a:cubicBezTo>
                <a:cubicBezTo>
                  <a:pt x="33490" y="0"/>
                  <a:pt x="0" y="33490"/>
                  <a:pt x="0" y="74740"/>
                </a:cubicBezTo>
                <a:cubicBezTo>
                  <a:pt x="0" y="115990"/>
                  <a:pt x="33490" y="149480"/>
                  <a:pt x="74740" y="149480"/>
                </a:cubicBezTo>
                <a:close/>
                <a:moveTo>
                  <a:pt x="99381" y="62099"/>
                </a:moveTo>
                <a:lnTo>
                  <a:pt x="76025" y="99469"/>
                </a:lnTo>
                <a:cubicBezTo>
                  <a:pt x="74799" y="101425"/>
                  <a:pt x="72697" y="102651"/>
                  <a:pt x="70390" y="102768"/>
                </a:cubicBezTo>
                <a:cubicBezTo>
                  <a:pt x="68084" y="102885"/>
                  <a:pt x="65865" y="101834"/>
                  <a:pt x="64493" y="99965"/>
                </a:cubicBezTo>
                <a:lnTo>
                  <a:pt x="50479" y="81280"/>
                </a:lnTo>
                <a:cubicBezTo>
                  <a:pt x="48143" y="78185"/>
                  <a:pt x="48786" y="73806"/>
                  <a:pt x="51880" y="71470"/>
                </a:cubicBezTo>
                <a:cubicBezTo>
                  <a:pt x="54975" y="69135"/>
                  <a:pt x="59354" y="69777"/>
                  <a:pt x="61690" y="72872"/>
                </a:cubicBezTo>
                <a:lnTo>
                  <a:pt x="69573" y="83382"/>
                </a:lnTo>
                <a:lnTo>
                  <a:pt x="87499" y="54683"/>
                </a:lnTo>
                <a:cubicBezTo>
                  <a:pt x="89542" y="51413"/>
                  <a:pt x="93863" y="50391"/>
                  <a:pt x="97162" y="52464"/>
                </a:cubicBezTo>
                <a:cubicBezTo>
                  <a:pt x="100461" y="54537"/>
                  <a:pt x="101454" y="58829"/>
                  <a:pt x="99381" y="6212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1" name="Text 86"/>
          <p:cNvSpPr/>
          <p:nvPr/>
        </p:nvSpPr>
        <p:spPr>
          <a:xfrm>
            <a:off x="8941735" y="3011684"/>
            <a:ext cx="1008993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Alerts</a:t>
            </a:r>
            <a:endParaRPr lang="en-US" sz="1600" dirty="0"/>
          </a:p>
        </p:txBody>
      </p:sp>
      <p:sp>
        <p:nvSpPr>
          <p:cNvPr id="92" name="Text 87"/>
          <p:cNvSpPr/>
          <p:nvPr/>
        </p:nvSpPr>
        <p:spPr>
          <a:xfrm>
            <a:off x="8941735" y="3198534"/>
            <a:ext cx="999651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notifications</a:t>
            </a:r>
            <a:endParaRPr lang="en-US" sz="1600" dirty="0"/>
          </a:p>
        </p:txBody>
      </p:sp>
      <p:sp>
        <p:nvSpPr>
          <p:cNvPr id="93" name="Shape 88"/>
          <p:cNvSpPr/>
          <p:nvPr/>
        </p:nvSpPr>
        <p:spPr>
          <a:xfrm>
            <a:off x="8526926" y="4899222"/>
            <a:ext cx="3286702" cy="1577019"/>
          </a:xfrm>
          <a:custGeom>
            <a:avLst/>
            <a:gdLst/>
            <a:ahLst/>
            <a:cxnLst/>
            <a:rect l="l" t="t" r="r" b="b"/>
            <a:pathLst>
              <a:path w="3286702" h="1577019">
                <a:moveTo>
                  <a:pt x="149486" y="0"/>
                </a:moveTo>
                <a:lnTo>
                  <a:pt x="3137216" y="0"/>
                </a:lnTo>
                <a:cubicBezTo>
                  <a:pt x="3219719" y="0"/>
                  <a:pt x="3286702" y="66982"/>
                  <a:pt x="3286702" y="149486"/>
                </a:cubicBezTo>
                <a:lnTo>
                  <a:pt x="3286702" y="1427533"/>
                </a:lnTo>
                <a:cubicBezTo>
                  <a:pt x="3286702" y="1510037"/>
                  <a:pt x="3219719" y="1577019"/>
                  <a:pt x="3137216" y="1577019"/>
                </a:cubicBezTo>
                <a:lnTo>
                  <a:pt x="149486" y="1577019"/>
                </a:lnTo>
                <a:cubicBezTo>
                  <a:pt x="66982" y="1577019"/>
                  <a:pt x="0" y="1510037"/>
                  <a:pt x="0" y="1427533"/>
                </a:cubicBezTo>
                <a:lnTo>
                  <a:pt x="0" y="149486"/>
                </a:lnTo>
                <a:cubicBezTo>
                  <a:pt x="0" y="66982"/>
                  <a:pt x="66982" y="0"/>
                  <a:pt x="149486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06B6D4">
                  <a:alpha val="20000"/>
                </a:srgbClr>
              </a:gs>
            </a:gsLst>
            <a:lin ang="2700000" scaled="1"/>
          </a:gra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94" name="Text 89"/>
          <p:cNvSpPr/>
          <p:nvPr/>
        </p:nvSpPr>
        <p:spPr>
          <a:xfrm>
            <a:off x="8680144" y="5052442"/>
            <a:ext cx="3055007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Quick Stats</a:t>
            </a:r>
            <a:endParaRPr lang="en-US" sz="1600" dirty="0"/>
          </a:p>
        </p:txBody>
      </p:sp>
      <p:sp>
        <p:nvSpPr>
          <p:cNvPr id="95" name="Text 90"/>
          <p:cNvSpPr/>
          <p:nvPr/>
        </p:nvSpPr>
        <p:spPr>
          <a:xfrm>
            <a:off x="8680144" y="5426143"/>
            <a:ext cx="69134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Jobs</a:t>
            </a:r>
            <a:endParaRPr lang="en-US" sz="1600" dirty="0"/>
          </a:p>
        </p:txBody>
      </p:sp>
      <p:sp>
        <p:nvSpPr>
          <p:cNvPr id="96" name="Text 91"/>
          <p:cNvSpPr/>
          <p:nvPr/>
        </p:nvSpPr>
        <p:spPr>
          <a:xfrm>
            <a:off x="11556358" y="5388773"/>
            <a:ext cx="196193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</a:t>
            </a:r>
            <a:endParaRPr lang="en-US" sz="1600" dirty="0"/>
          </a:p>
        </p:txBody>
      </p:sp>
      <p:sp>
        <p:nvSpPr>
          <p:cNvPr id="97" name="Text 92"/>
          <p:cNvSpPr/>
          <p:nvPr/>
        </p:nvSpPr>
        <p:spPr>
          <a:xfrm>
            <a:off x="8680144" y="5762474"/>
            <a:ext cx="71937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Staff Online</a:t>
            </a:r>
            <a:endParaRPr lang="en-US" sz="1600" dirty="0"/>
          </a:p>
        </p:txBody>
      </p:sp>
      <p:sp>
        <p:nvSpPr>
          <p:cNvPr id="98" name="Text 93"/>
          <p:cNvSpPr/>
          <p:nvPr/>
        </p:nvSpPr>
        <p:spPr>
          <a:xfrm>
            <a:off x="11555658" y="5725104"/>
            <a:ext cx="196193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</a:t>
            </a:r>
            <a:endParaRPr lang="en-US" sz="1600" dirty="0"/>
          </a:p>
        </p:txBody>
      </p:sp>
      <p:sp>
        <p:nvSpPr>
          <p:cNvPr id="99" name="Text 94"/>
          <p:cNvSpPr/>
          <p:nvPr/>
        </p:nvSpPr>
        <p:spPr>
          <a:xfrm>
            <a:off x="8680144" y="6098805"/>
            <a:ext cx="392386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Alerts</a:t>
            </a:r>
            <a:endParaRPr lang="en-US" sz="1600" dirty="0"/>
          </a:p>
        </p:txBody>
      </p:sp>
      <p:sp>
        <p:nvSpPr>
          <p:cNvPr id="100" name="Text 95"/>
          <p:cNvSpPr/>
          <p:nvPr/>
        </p:nvSpPr>
        <p:spPr>
          <a:xfrm>
            <a:off x="11543980" y="6061435"/>
            <a:ext cx="20553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F9731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4" y="379474"/>
            <a:ext cx="2064562" cy="308088"/>
          </a:xfrm>
          <a:custGeom>
            <a:avLst/>
            <a:gdLst/>
            <a:ahLst/>
            <a:cxnLst/>
            <a:rect l="l" t="t" r="r" b="b"/>
            <a:pathLst>
              <a:path w="2064562" h="308088">
                <a:moveTo>
                  <a:pt x="154044" y="0"/>
                </a:moveTo>
                <a:lnTo>
                  <a:pt x="1910518" y="0"/>
                </a:lnTo>
                <a:cubicBezTo>
                  <a:pt x="1995594" y="0"/>
                  <a:pt x="2064562" y="68968"/>
                  <a:pt x="2064562" y="154044"/>
                </a:cubicBezTo>
                <a:lnTo>
                  <a:pt x="2064562" y="154044"/>
                </a:lnTo>
                <a:cubicBezTo>
                  <a:pt x="2064562" y="239120"/>
                  <a:pt x="1995594" y="308088"/>
                  <a:pt x="1910518" y="308088"/>
                </a:cubicBezTo>
                <a:lnTo>
                  <a:pt x="154044" y="308088"/>
                </a:lnTo>
                <a:cubicBezTo>
                  <a:pt x="68968" y="308088"/>
                  <a:pt x="0" y="239120"/>
                  <a:pt x="0" y="154044"/>
                </a:cubicBezTo>
                <a:lnTo>
                  <a:pt x="0" y="154044"/>
                </a:lnTo>
                <a:cubicBezTo>
                  <a:pt x="0" y="68968"/>
                  <a:pt x="68968" y="0"/>
                  <a:pt x="154044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3517" y="465889"/>
            <a:ext cx="1825865" cy="150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spc="52" kern="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5716" y="766463"/>
            <a:ext cx="11609639" cy="3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6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9474" y="1221079"/>
            <a:ext cx="11429296" cy="4412790"/>
          </a:xfrm>
          <a:custGeom>
            <a:avLst/>
            <a:gdLst/>
            <a:ahLst/>
            <a:cxnLst/>
            <a:rect l="l" t="t" r="r" b="b"/>
            <a:pathLst>
              <a:path w="11429296" h="4412790">
                <a:moveTo>
                  <a:pt x="150300" y="0"/>
                </a:moveTo>
                <a:lnTo>
                  <a:pt x="11278996" y="0"/>
                </a:lnTo>
                <a:cubicBezTo>
                  <a:pt x="11362004" y="0"/>
                  <a:pt x="11429296" y="67291"/>
                  <a:pt x="11429296" y="150300"/>
                </a:cubicBezTo>
                <a:lnTo>
                  <a:pt x="11429296" y="4262491"/>
                </a:lnTo>
                <a:cubicBezTo>
                  <a:pt x="11429296" y="4345499"/>
                  <a:pt x="11362004" y="4412790"/>
                  <a:pt x="11278996" y="4412790"/>
                </a:cubicBezTo>
                <a:lnTo>
                  <a:pt x="150300" y="4412790"/>
                </a:lnTo>
                <a:cubicBezTo>
                  <a:pt x="67291" y="4412790"/>
                  <a:pt x="0" y="4345499"/>
                  <a:pt x="0" y="4262491"/>
                </a:cubicBezTo>
                <a:lnTo>
                  <a:pt x="0" y="150300"/>
                </a:lnTo>
                <a:cubicBezTo>
                  <a:pt x="0" y="67347"/>
                  <a:pt x="67347" y="0"/>
                  <a:pt x="150300" y="0"/>
                </a:cubicBezTo>
                <a:close/>
              </a:path>
            </a:pathLst>
          </a:custGeom>
          <a:solidFill>
            <a:srgbClr val="1E293B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pic>
        <p:nvPicPr>
          <p:cNvPr id="6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946" y="1337550"/>
            <a:ext cx="11196351" cy="4179846"/>
          </a:xfrm>
          <a:prstGeom prst="roundRect">
            <a:avLst>
              <a:gd name="adj" fmla="val 3412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79474" y="5752219"/>
            <a:ext cx="3727108" cy="721376"/>
          </a:xfrm>
          <a:custGeom>
            <a:avLst/>
            <a:gdLst/>
            <a:ahLst/>
            <a:cxnLst/>
            <a:rect l="l" t="t" r="r" b="b"/>
            <a:pathLst>
              <a:path w="3727108" h="721376">
                <a:moveTo>
                  <a:pt x="112715" y="0"/>
                </a:moveTo>
                <a:lnTo>
                  <a:pt x="3614393" y="0"/>
                </a:lnTo>
                <a:cubicBezTo>
                  <a:pt x="3676643" y="0"/>
                  <a:pt x="3727108" y="50464"/>
                  <a:pt x="3727108" y="112715"/>
                </a:cubicBezTo>
                <a:lnTo>
                  <a:pt x="3727108" y="608661"/>
                </a:lnTo>
                <a:cubicBezTo>
                  <a:pt x="3727108" y="670911"/>
                  <a:pt x="3676643" y="721376"/>
                  <a:pt x="3614393" y="721376"/>
                </a:cubicBezTo>
                <a:lnTo>
                  <a:pt x="112715" y="721376"/>
                </a:lnTo>
                <a:cubicBezTo>
                  <a:pt x="50464" y="721376"/>
                  <a:pt x="0" y="670911"/>
                  <a:pt x="0" y="608661"/>
                </a:cubicBezTo>
                <a:lnTo>
                  <a:pt x="0" y="112715"/>
                </a:lnTo>
                <a:cubicBezTo>
                  <a:pt x="0" y="50506"/>
                  <a:pt x="50506" y="0"/>
                  <a:pt x="112715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9428" y="5896873"/>
            <a:ext cx="169072" cy="169072"/>
          </a:xfrm>
          <a:custGeom>
            <a:avLst/>
            <a:gdLst/>
            <a:ahLst/>
            <a:cxnLst/>
            <a:rect l="l" t="t" r="r" b="b"/>
            <a:pathLst>
              <a:path w="169072" h="169072">
                <a:moveTo>
                  <a:pt x="10567" y="10567"/>
                </a:moveTo>
                <a:cubicBezTo>
                  <a:pt x="4722" y="10567"/>
                  <a:pt x="0" y="15289"/>
                  <a:pt x="0" y="21134"/>
                </a:cubicBezTo>
                <a:lnTo>
                  <a:pt x="0" y="142655"/>
                </a:lnTo>
                <a:cubicBezTo>
                  <a:pt x="0" y="151406"/>
                  <a:pt x="7100" y="158505"/>
                  <a:pt x="15851" y="158505"/>
                </a:cubicBezTo>
                <a:lnTo>
                  <a:pt x="153222" y="158505"/>
                </a:lnTo>
                <a:cubicBezTo>
                  <a:pt x="161973" y="158505"/>
                  <a:pt x="169072" y="151406"/>
                  <a:pt x="169072" y="142655"/>
                </a:cubicBezTo>
                <a:lnTo>
                  <a:pt x="169072" y="50259"/>
                </a:lnTo>
                <a:cubicBezTo>
                  <a:pt x="169072" y="44249"/>
                  <a:pt x="162666" y="40452"/>
                  <a:pt x="157383" y="43292"/>
                </a:cubicBezTo>
                <a:lnTo>
                  <a:pt x="105670" y="71129"/>
                </a:lnTo>
                <a:lnTo>
                  <a:pt x="105670" y="50259"/>
                </a:lnTo>
                <a:cubicBezTo>
                  <a:pt x="105670" y="44249"/>
                  <a:pt x="99264" y="40452"/>
                  <a:pt x="93980" y="43292"/>
                </a:cubicBezTo>
                <a:lnTo>
                  <a:pt x="42268" y="71129"/>
                </a:lnTo>
                <a:lnTo>
                  <a:pt x="42268" y="21134"/>
                </a:lnTo>
                <a:cubicBezTo>
                  <a:pt x="42268" y="15289"/>
                  <a:pt x="37546" y="10567"/>
                  <a:pt x="31701" y="10567"/>
                </a:cubicBezTo>
                <a:lnTo>
                  <a:pt x="10567" y="1056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782430" y="5868694"/>
            <a:ext cx="779612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Workshop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5946" y="6169267"/>
            <a:ext cx="355991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Cameras, Sensors, Network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29863" y="5752219"/>
            <a:ext cx="3727108" cy="721376"/>
          </a:xfrm>
          <a:custGeom>
            <a:avLst/>
            <a:gdLst/>
            <a:ahLst/>
            <a:cxnLst/>
            <a:rect l="l" t="t" r="r" b="b"/>
            <a:pathLst>
              <a:path w="3727108" h="721376">
                <a:moveTo>
                  <a:pt x="112715" y="0"/>
                </a:moveTo>
                <a:lnTo>
                  <a:pt x="3614393" y="0"/>
                </a:lnTo>
                <a:cubicBezTo>
                  <a:pt x="3676643" y="0"/>
                  <a:pt x="3727108" y="50464"/>
                  <a:pt x="3727108" y="112715"/>
                </a:cubicBezTo>
                <a:lnTo>
                  <a:pt x="3727108" y="608661"/>
                </a:lnTo>
                <a:cubicBezTo>
                  <a:pt x="3727108" y="670911"/>
                  <a:pt x="3676643" y="721376"/>
                  <a:pt x="3614393" y="721376"/>
                </a:cubicBezTo>
                <a:lnTo>
                  <a:pt x="112715" y="721376"/>
                </a:lnTo>
                <a:cubicBezTo>
                  <a:pt x="50464" y="721376"/>
                  <a:pt x="0" y="670911"/>
                  <a:pt x="0" y="608661"/>
                </a:cubicBezTo>
                <a:lnTo>
                  <a:pt x="0" y="112715"/>
                </a:lnTo>
                <a:cubicBezTo>
                  <a:pt x="0" y="50506"/>
                  <a:pt x="50506" y="0"/>
                  <a:pt x="112715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9251" y="5896873"/>
            <a:ext cx="190206" cy="169072"/>
          </a:xfrm>
          <a:custGeom>
            <a:avLst/>
            <a:gdLst/>
            <a:ahLst/>
            <a:cxnLst/>
            <a:rect l="l" t="t" r="r" b="b"/>
            <a:pathLst>
              <a:path w="190206" h="169072">
                <a:moveTo>
                  <a:pt x="0" y="110954"/>
                </a:moveTo>
                <a:cubicBezTo>
                  <a:pt x="0" y="137206"/>
                  <a:pt x="21299" y="158505"/>
                  <a:pt x="47552" y="158505"/>
                </a:cubicBezTo>
                <a:lnTo>
                  <a:pt x="147938" y="158505"/>
                </a:lnTo>
                <a:cubicBezTo>
                  <a:pt x="171285" y="158505"/>
                  <a:pt x="190206" y="139584"/>
                  <a:pt x="190206" y="116237"/>
                </a:cubicBezTo>
                <a:cubicBezTo>
                  <a:pt x="190206" y="99198"/>
                  <a:pt x="180135" y="84503"/>
                  <a:pt x="165605" y="77833"/>
                </a:cubicBezTo>
                <a:cubicBezTo>
                  <a:pt x="167818" y="73507"/>
                  <a:pt x="169072" y="68587"/>
                  <a:pt x="169072" y="63402"/>
                </a:cubicBezTo>
                <a:cubicBezTo>
                  <a:pt x="169072" y="45901"/>
                  <a:pt x="154873" y="31701"/>
                  <a:pt x="137371" y="31701"/>
                </a:cubicBezTo>
                <a:cubicBezTo>
                  <a:pt x="131526" y="31701"/>
                  <a:pt x="126078" y="33286"/>
                  <a:pt x="121389" y="36027"/>
                </a:cubicBezTo>
                <a:cubicBezTo>
                  <a:pt x="113430" y="20903"/>
                  <a:pt x="97547" y="10567"/>
                  <a:pt x="79253" y="10567"/>
                </a:cubicBezTo>
                <a:cubicBezTo>
                  <a:pt x="53000" y="10567"/>
                  <a:pt x="31701" y="31866"/>
                  <a:pt x="31701" y="58119"/>
                </a:cubicBezTo>
                <a:cubicBezTo>
                  <a:pt x="31701" y="60760"/>
                  <a:pt x="31932" y="63369"/>
                  <a:pt x="32328" y="65879"/>
                </a:cubicBezTo>
                <a:cubicBezTo>
                  <a:pt x="13539" y="72219"/>
                  <a:pt x="0" y="90018"/>
                  <a:pt x="0" y="110954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4632819" y="5868694"/>
            <a:ext cx="488431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Cloud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46335" y="6169267"/>
            <a:ext cx="355991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Server, Database, API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080253" y="5752219"/>
            <a:ext cx="3727108" cy="721376"/>
          </a:xfrm>
          <a:custGeom>
            <a:avLst/>
            <a:gdLst/>
            <a:ahLst/>
            <a:cxnLst/>
            <a:rect l="l" t="t" r="r" b="b"/>
            <a:pathLst>
              <a:path w="3727108" h="721376">
                <a:moveTo>
                  <a:pt x="112715" y="0"/>
                </a:moveTo>
                <a:lnTo>
                  <a:pt x="3614393" y="0"/>
                </a:lnTo>
                <a:cubicBezTo>
                  <a:pt x="3676643" y="0"/>
                  <a:pt x="3727108" y="50464"/>
                  <a:pt x="3727108" y="112715"/>
                </a:cubicBezTo>
                <a:lnTo>
                  <a:pt x="3727108" y="608661"/>
                </a:lnTo>
                <a:cubicBezTo>
                  <a:pt x="3727108" y="670911"/>
                  <a:pt x="3676643" y="721376"/>
                  <a:pt x="3614393" y="721376"/>
                </a:cubicBezTo>
                <a:lnTo>
                  <a:pt x="112715" y="721376"/>
                </a:lnTo>
                <a:cubicBezTo>
                  <a:pt x="50464" y="721376"/>
                  <a:pt x="0" y="670911"/>
                  <a:pt x="0" y="608661"/>
                </a:cubicBezTo>
                <a:lnTo>
                  <a:pt x="0" y="112715"/>
                </a:lnTo>
                <a:cubicBezTo>
                  <a:pt x="0" y="50506"/>
                  <a:pt x="50506" y="0"/>
                  <a:pt x="112715" y="0"/>
                </a:cubicBezTo>
                <a:close/>
              </a:path>
            </a:pathLst>
          </a:custGeom>
          <a:gradFill rotWithShape="1" flip="none">
            <a:gsLst>
              <a:gs pos="0">
                <a:srgbClr val="F97316">
                  <a:alpha val="20000"/>
                </a:srgbClr>
              </a:gs>
              <a:gs pos="100000">
                <a:srgbClr val="F97316">
                  <a:alpha val="5000"/>
                </a:srgbClr>
              </a:gs>
            </a:gsLst>
            <a:lin ang="2700000" scaled="1"/>
          </a:gradFill>
          <a:ln w="10160">
            <a:solidFill>
              <a:srgbClr val="F97316">
                <a:alpha val="5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99073" y="5896873"/>
            <a:ext cx="211341" cy="169072"/>
          </a:xfrm>
          <a:custGeom>
            <a:avLst/>
            <a:gdLst/>
            <a:ahLst/>
            <a:cxnLst/>
            <a:rect l="l" t="t" r="r" b="b"/>
            <a:pathLst>
              <a:path w="211341" h="169072">
                <a:moveTo>
                  <a:pt x="105670" y="5284"/>
                </a:moveTo>
                <a:cubicBezTo>
                  <a:pt x="124625" y="5284"/>
                  <a:pt x="140013" y="20672"/>
                  <a:pt x="140013" y="39626"/>
                </a:cubicBezTo>
                <a:cubicBezTo>
                  <a:pt x="140013" y="58581"/>
                  <a:pt x="124625" y="73969"/>
                  <a:pt x="105670" y="73969"/>
                </a:cubicBezTo>
                <a:cubicBezTo>
                  <a:pt x="86716" y="73969"/>
                  <a:pt x="71327" y="58581"/>
                  <a:pt x="71327" y="39626"/>
                </a:cubicBezTo>
                <a:cubicBezTo>
                  <a:pt x="71327" y="20672"/>
                  <a:pt x="86716" y="5284"/>
                  <a:pt x="105670" y="5284"/>
                </a:cubicBezTo>
                <a:close/>
                <a:moveTo>
                  <a:pt x="31701" y="29059"/>
                </a:moveTo>
                <a:cubicBezTo>
                  <a:pt x="44823" y="29059"/>
                  <a:pt x="55477" y="39713"/>
                  <a:pt x="55477" y="52835"/>
                </a:cubicBezTo>
                <a:cubicBezTo>
                  <a:pt x="55477" y="65957"/>
                  <a:pt x="44823" y="76611"/>
                  <a:pt x="31701" y="76611"/>
                </a:cubicBezTo>
                <a:cubicBezTo>
                  <a:pt x="18579" y="76611"/>
                  <a:pt x="7925" y="65957"/>
                  <a:pt x="7925" y="52835"/>
                </a:cubicBezTo>
                <a:cubicBezTo>
                  <a:pt x="7925" y="39713"/>
                  <a:pt x="18579" y="29059"/>
                  <a:pt x="31701" y="29059"/>
                </a:cubicBezTo>
                <a:close/>
                <a:moveTo>
                  <a:pt x="0" y="137371"/>
                </a:moveTo>
                <a:cubicBezTo>
                  <a:pt x="0" y="114025"/>
                  <a:pt x="18922" y="95103"/>
                  <a:pt x="42268" y="95103"/>
                </a:cubicBezTo>
                <a:cubicBezTo>
                  <a:pt x="46495" y="95103"/>
                  <a:pt x="50590" y="95731"/>
                  <a:pt x="54453" y="96886"/>
                </a:cubicBezTo>
                <a:cubicBezTo>
                  <a:pt x="43589" y="109039"/>
                  <a:pt x="36985" y="125087"/>
                  <a:pt x="36985" y="142655"/>
                </a:cubicBezTo>
                <a:lnTo>
                  <a:pt x="36985" y="147938"/>
                </a:lnTo>
                <a:cubicBezTo>
                  <a:pt x="36985" y="151703"/>
                  <a:pt x="37777" y="155269"/>
                  <a:pt x="39197" y="158505"/>
                </a:cubicBezTo>
                <a:lnTo>
                  <a:pt x="10567" y="158505"/>
                </a:lnTo>
                <a:cubicBezTo>
                  <a:pt x="4722" y="158505"/>
                  <a:pt x="0" y="153783"/>
                  <a:pt x="0" y="147938"/>
                </a:cubicBezTo>
                <a:lnTo>
                  <a:pt x="0" y="137371"/>
                </a:lnTo>
                <a:close/>
                <a:moveTo>
                  <a:pt x="172143" y="158505"/>
                </a:moveTo>
                <a:cubicBezTo>
                  <a:pt x="173563" y="155269"/>
                  <a:pt x="174356" y="151703"/>
                  <a:pt x="174356" y="147938"/>
                </a:cubicBezTo>
                <a:lnTo>
                  <a:pt x="174356" y="142655"/>
                </a:lnTo>
                <a:cubicBezTo>
                  <a:pt x="174356" y="125087"/>
                  <a:pt x="167752" y="109039"/>
                  <a:pt x="156887" y="96886"/>
                </a:cubicBezTo>
                <a:cubicBezTo>
                  <a:pt x="160751" y="95731"/>
                  <a:pt x="164846" y="95103"/>
                  <a:pt x="169072" y="95103"/>
                </a:cubicBezTo>
                <a:cubicBezTo>
                  <a:pt x="192419" y="95103"/>
                  <a:pt x="211341" y="114025"/>
                  <a:pt x="211341" y="137371"/>
                </a:cubicBezTo>
                <a:lnTo>
                  <a:pt x="211341" y="147938"/>
                </a:lnTo>
                <a:cubicBezTo>
                  <a:pt x="211341" y="153783"/>
                  <a:pt x="206618" y="158505"/>
                  <a:pt x="200773" y="158505"/>
                </a:cubicBezTo>
                <a:lnTo>
                  <a:pt x="172143" y="158505"/>
                </a:lnTo>
                <a:close/>
                <a:moveTo>
                  <a:pt x="155864" y="52835"/>
                </a:moveTo>
                <a:cubicBezTo>
                  <a:pt x="155864" y="39713"/>
                  <a:pt x="166517" y="29059"/>
                  <a:pt x="179639" y="29059"/>
                </a:cubicBezTo>
                <a:cubicBezTo>
                  <a:pt x="192762" y="29059"/>
                  <a:pt x="203415" y="39713"/>
                  <a:pt x="203415" y="52835"/>
                </a:cubicBezTo>
                <a:cubicBezTo>
                  <a:pt x="203415" y="65957"/>
                  <a:pt x="192762" y="76611"/>
                  <a:pt x="179639" y="76611"/>
                </a:cubicBezTo>
                <a:cubicBezTo>
                  <a:pt x="166517" y="76611"/>
                  <a:pt x="155864" y="65957"/>
                  <a:pt x="155864" y="52835"/>
                </a:cubicBezTo>
                <a:close/>
                <a:moveTo>
                  <a:pt x="52835" y="142655"/>
                </a:moveTo>
                <a:cubicBezTo>
                  <a:pt x="52835" y="113463"/>
                  <a:pt x="76479" y="89820"/>
                  <a:pt x="105670" y="89820"/>
                </a:cubicBezTo>
                <a:cubicBezTo>
                  <a:pt x="134862" y="89820"/>
                  <a:pt x="158505" y="113463"/>
                  <a:pt x="158505" y="142655"/>
                </a:cubicBezTo>
                <a:lnTo>
                  <a:pt x="158505" y="147938"/>
                </a:lnTo>
                <a:cubicBezTo>
                  <a:pt x="158505" y="153783"/>
                  <a:pt x="153783" y="158505"/>
                  <a:pt x="147938" y="158505"/>
                </a:cubicBezTo>
                <a:lnTo>
                  <a:pt x="63402" y="158505"/>
                </a:lnTo>
                <a:cubicBezTo>
                  <a:pt x="57557" y="158505"/>
                  <a:pt x="52835" y="153783"/>
                  <a:pt x="52835" y="147938"/>
                </a:cubicBezTo>
                <a:lnTo>
                  <a:pt x="52835" y="142655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8483209" y="5868694"/>
            <a:ext cx="460253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Users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96725" y="6169267"/>
            <a:ext cx="3559914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Owner Dashboard, Customer Portal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8589" y="348589"/>
            <a:ext cx="1007803" cy="283013"/>
          </a:xfrm>
          <a:custGeom>
            <a:avLst/>
            <a:gdLst/>
            <a:ahLst/>
            <a:cxnLst/>
            <a:rect l="l" t="t" r="r" b="b"/>
            <a:pathLst>
              <a:path w="1007803" h="283013">
                <a:moveTo>
                  <a:pt x="141507" y="0"/>
                </a:moveTo>
                <a:lnTo>
                  <a:pt x="866296" y="0"/>
                </a:lnTo>
                <a:cubicBezTo>
                  <a:pt x="944396" y="0"/>
                  <a:pt x="1007803" y="63407"/>
                  <a:pt x="1007803" y="141507"/>
                </a:cubicBezTo>
                <a:lnTo>
                  <a:pt x="1007803" y="141507"/>
                </a:lnTo>
                <a:cubicBezTo>
                  <a:pt x="1007803" y="219606"/>
                  <a:pt x="944396" y="283013"/>
                  <a:pt x="866296" y="283013"/>
                </a:cubicBezTo>
                <a:lnTo>
                  <a:pt x="141507" y="283013"/>
                </a:lnTo>
                <a:cubicBezTo>
                  <a:pt x="63355" y="283013"/>
                  <a:pt x="0" y="219659"/>
                  <a:pt x="0" y="141507"/>
                </a:cubicBezTo>
                <a:lnTo>
                  <a:pt x="0" y="141507"/>
                </a:lnTo>
                <a:cubicBezTo>
                  <a:pt x="0" y="63355"/>
                  <a:pt x="63355" y="0"/>
                  <a:pt x="141507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0096" y="427972"/>
            <a:ext cx="787562" cy="13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b="1" spc="48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5138" y="704082"/>
            <a:ext cx="11657036" cy="34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End-to-End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5138" y="1083734"/>
            <a:ext cx="11579380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sensor to screen in under 2 seconds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8589" y="1397810"/>
            <a:ext cx="2241671" cy="4476440"/>
          </a:xfrm>
          <a:custGeom>
            <a:avLst/>
            <a:gdLst/>
            <a:ahLst/>
            <a:cxnLst/>
            <a:rect l="l" t="t" r="r" b="b"/>
            <a:pathLst>
              <a:path w="2241671" h="4476440">
                <a:moveTo>
                  <a:pt x="138065" y="0"/>
                </a:moveTo>
                <a:lnTo>
                  <a:pt x="2103607" y="0"/>
                </a:lnTo>
                <a:cubicBezTo>
                  <a:pt x="2179858" y="0"/>
                  <a:pt x="2241671" y="61814"/>
                  <a:pt x="2241671" y="138065"/>
                </a:cubicBezTo>
                <a:lnTo>
                  <a:pt x="2241671" y="4338375"/>
                </a:lnTo>
                <a:cubicBezTo>
                  <a:pt x="2241671" y="4414626"/>
                  <a:pt x="2179858" y="4476440"/>
                  <a:pt x="2103607" y="4476440"/>
                </a:cubicBezTo>
                <a:lnTo>
                  <a:pt x="138065" y="4476440"/>
                </a:lnTo>
                <a:cubicBezTo>
                  <a:pt x="61814" y="4476440"/>
                  <a:pt x="0" y="4414626"/>
                  <a:pt x="0" y="4338375"/>
                </a:cubicBezTo>
                <a:lnTo>
                  <a:pt x="0" y="138065"/>
                </a:lnTo>
                <a:cubicBezTo>
                  <a:pt x="0" y="61865"/>
                  <a:pt x="61865" y="0"/>
                  <a:pt x="138065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5400000" scaled="1"/>
          </a:gra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7735" y="1511704"/>
            <a:ext cx="402086" cy="402086"/>
          </a:xfrm>
          <a:custGeom>
            <a:avLst/>
            <a:gdLst/>
            <a:ahLst/>
            <a:cxnLst/>
            <a:rect l="l" t="t" r="r" b="b"/>
            <a:pathLst>
              <a:path w="402086" h="402086">
                <a:moveTo>
                  <a:pt x="201043" y="0"/>
                </a:moveTo>
                <a:lnTo>
                  <a:pt x="201043" y="0"/>
                </a:lnTo>
                <a:cubicBezTo>
                  <a:pt x="312001" y="0"/>
                  <a:pt x="402086" y="90084"/>
                  <a:pt x="402086" y="201043"/>
                </a:cubicBezTo>
                <a:lnTo>
                  <a:pt x="402086" y="201043"/>
                </a:lnTo>
                <a:cubicBezTo>
                  <a:pt x="402086" y="312001"/>
                  <a:pt x="312001" y="402086"/>
                  <a:pt x="201043" y="402086"/>
                </a:cubicBezTo>
                <a:lnTo>
                  <a:pt x="201043" y="402086"/>
                </a:lnTo>
                <a:cubicBezTo>
                  <a:pt x="90084" y="402086"/>
                  <a:pt x="0" y="312001"/>
                  <a:pt x="0" y="201043"/>
                </a:cubicBezTo>
                <a:lnTo>
                  <a:pt x="0" y="201043"/>
                </a:lnTo>
                <a:cubicBezTo>
                  <a:pt x="0" y="90084"/>
                  <a:pt x="90084" y="0"/>
                  <a:pt x="201043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 w="20320">
            <a:solidFill>
              <a:srgbClr val="3B82F6"/>
            </a:solidFill>
            <a:prstDash val="solid"/>
          </a:ln>
          <a:effectLst>
            <a:outerShdw sx="100000" sy="100000" kx="0" ky="0" algn="bl" rotWithShape="0" blurRad="172569" dist="50800" dir="2700000">
              <a:srgbClr val="3b82f6">
                <a:alpha val="3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34803" y="1591085"/>
            <a:ext cx="155312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89180" y="2989543"/>
            <a:ext cx="161783" cy="258854"/>
          </a:xfrm>
          <a:custGeom>
            <a:avLst/>
            <a:gdLst/>
            <a:ahLst/>
            <a:cxnLst/>
            <a:rect l="l" t="t" r="r" b="b"/>
            <a:pathLst>
              <a:path w="161783" h="258854">
                <a:moveTo>
                  <a:pt x="80892" y="0"/>
                </a:moveTo>
                <a:cubicBezTo>
                  <a:pt x="54096" y="0"/>
                  <a:pt x="32357" y="21740"/>
                  <a:pt x="32357" y="48535"/>
                </a:cubicBezTo>
                <a:lnTo>
                  <a:pt x="32357" y="131803"/>
                </a:lnTo>
                <a:cubicBezTo>
                  <a:pt x="17442" y="145100"/>
                  <a:pt x="8089" y="164514"/>
                  <a:pt x="8089" y="186051"/>
                </a:cubicBezTo>
                <a:cubicBezTo>
                  <a:pt x="8089" y="226244"/>
                  <a:pt x="40699" y="258854"/>
                  <a:pt x="80892" y="258854"/>
                </a:cubicBezTo>
                <a:cubicBezTo>
                  <a:pt x="121085" y="258854"/>
                  <a:pt x="153694" y="226244"/>
                  <a:pt x="153694" y="186051"/>
                </a:cubicBezTo>
                <a:cubicBezTo>
                  <a:pt x="153694" y="164514"/>
                  <a:pt x="144341" y="145100"/>
                  <a:pt x="129427" y="131803"/>
                </a:cubicBezTo>
                <a:lnTo>
                  <a:pt x="129427" y="48535"/>
                </a:lnTo>
                <a:cubicBezTo>
                  <a:pt x="129427" y="21740"/>
                  <a:pt x="107687" y="0"/>
                  <a:pt x="80892" y="0"/>
                </a:cubicBezTo>
                <a:close/>
                <a:moveTo>
                  <a:pt x="113248" y="186051"/>
                </a:moveTo>
                <a:cubicBezTo>
                  <a:pt x="113248" y="203898"/>
                  <a:pt x="98738" y="218408"/>
                  <a:pt x="80892" y="218408"/>
                </a:cubicBezTo>
                <a:cubicBezTo>
                  <a:pt x="63045" y="218408"/>
                  <a:pt x="48535" y="203898"/>
                  <a:pt x="48535" y="186051"/>
                </a:cubicBezTo>
                <a:cubicBezTo>
                  <a:pt x="48535" y="172451"/>
                  <a:pt x="56877" y="160823"/>
                  <a:pt x="68758" y="156070"/>
                </a:cubicBezTo>
                <a:lnTo>
                  <a:pt x="68758" y="109204"/>
                </a:lnTo>
                <a:cubicBezTo>
                  <a:pt x="68758" y="102480"/>
                  <a:pt x="74168" y="97070"/>
                  <a:pt x="80892" y="97070"/>
                </a:cubicBezTo>
                <a:cubicBezTo>
                  <a:pt x="87616" y="97070"/>
                  <a:pt x="93025" y="102480"/>
                  <a:pt x="93025" y="109204"/>
                </a:cubicBezTo>
                <a:lnTo>
                  <a:pt x="93025" y="156070"/>
                </a:lnTo>
                <a:cubicBezTo>
                  <a:pt x="104906" y="160873"/>
                  <a:pt x="113248" y="172502"/>
                  <a:pt x="113248" y="18605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1390259" y="3317424"/>
            <a:ext cx="155312" cy="207083"/>
          </a:xfrm>
          <a:custGeom>
            <a:avLst/>
            <a:gdLst/>
            <a:ahLst/>
            <a:cxnLst/>
            <a:rect l="l" t="t" r="r" b="b"/>
            <a:pathLst>
              <a:path w="155312" h="207083">
                <a:moveTo>
                  <a:pt x="77656" y="207083"/>
                </a:moveTo>
                <a:cubicBezTo>
                  <a:pt x="34783" y="207083"/>
                  <a:pt x="0" y="172299"/>
                  <a:pt x="0" y="129427"/>
                </a:cubicBezTo>
                <a:cubicBezTo>
                  <a:pt x="0" y="92540"/>
                  <a:pt x="52661" y="18565"/>
                  <a:pt x="67383" y="-1416"/>
                </a:cubicBezTo>
                <a:cubicBezTo>
                  <a:pt x="69769" y="-4651"/>
                  <a:pt x="73531" y="-6471"/>
                  <a:pt x="77575" y="-6471"/>
                </a:cubicBezTo>
                <a:lnTo>
                  <a:pt x="77737" y="-6471"/>
                </a:lnTo>
                <a:cubicBezTo>
                  <a:pt x="81782" y="-6471"/>
                  <a:pt x="85543" y="-4651"/>
                  <a:pt x="87929" y="-1416"/>
                </a:cubicBezTo>
                <a:cubicBezTo>
                  <a:pt x="102652" y="18565"/>
                  <a:pt x="155312" y="92540"/>
                  <a:pt x="155312" y="129427"/>
                </a:cubicBezTo>
                <a:cubicBezTo>
                  <a:pt x="155312" y="172299"/>
                  <a:pt x="120529" y="207083"/>
                  <a:pt x="77656" y="207083"/>
                </a:cubicBezTo>
                <a:close/>
                <a:moveTo>
                  <a:pt x="45299" y="126191"/>
                </a:moveTo>
                <a:cubicBezTo>
                  <a:pt x="45299" y="120812"/>
                  <a:pt x="40972" y="116484"/>
                  <a:pt x="35592" y="116484"/>
                </a:cubicBezTo>
                <a:cubicBezTo>
                  <a:pt x="30213" y="116484"/>
                  <a:pt x="25885" y="120812"/>
                  <a:pt x="25885" y="126191"/>
                </a:cubicBezTo>
                <a:cubicBezTo>
                  <a:pt x="25885" y="156566"/>
                  <a:pt x="50517" y="181197"/>
                  <a:pt x="80892" y="181197"/>
                </a:cubicBezTo>
                <a:cubicBezTo>
                  <a:pt x="86271" y="181197"/>
                  <a:pt x="90599" y="176870"/>
                  <a:pt x="90599" y="171490"/>
                </a:cubicBezTo>
                <a:cubicBezTo>
                  <a:pt x="90599" y="166111"/>
                  <a:pt x="86271" y="161783"/>
                  <a:pt x="80892" y="161783"/>
                </a:cubicBezTo>
                <a:cubicBezTo>
                  <a:pt x="61235" y="161783"/>
                  <a:pt x="45299" y="145848"/>
                  <a:pt x="45299" y="126191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844294" y="3628048"/>
            <a:ext cx="1251125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Sensor Reads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383" y="3904159"/>
            <a:ext cx="2088085" cy="586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5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BME680 measures temperature, humidity, and AQI every 10 seconds with precision accuracy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87275" y="5625749"/>
            <a:ext cx="103541" cy="103541"/>
          </a:xfrm>
          <a:custGeom>
            <a:avLst/>
            <a:gdLst/>
            <a:ahLst/>
            <a:cxnLst/>
            <a:rect l="l" t="t" r="r" b="b"/>
            <a:pathLst>
              <a:path w="103541" h="103541">
                <a:moveTo>
                  <a:pt x="51771" y="0"/>
                </a:moveTo>
                <a:cubicBezTo>
                  <a:pt x="80344" y="0"/>
                  <a:pt x="103541" y="23198"/>
                  <a:pt x="103541" y="51771"/>
                </a:cubicBezTo>
                <a:cubicBezTo>
                  <a:pt x="103541" y="80344"/>
                  <a:pt x="80344" y="103541"/>
                  <a:pt x="51771" y="103541"/>
                </a:cubicBezTo>
                <a:cubicBezTo>
                  <a:pt x="23198" y="103541"/>
                  <a:pt x="0" y="80344"/>
                  <a:pt x="0" y="51771"/>
                </a:cubicBezTo>
                <a:cubicBezTo>
                  <a:pt x="0" y="23198"/>
                  <a:pt x="23198" y="0"/>
                  <a:pt x="51771" y="0"/>
                </a:cubicBezTo>
                <a:close/>
                <a:moveTo>
                  <a:pt x="46917" y="24268"/>
                </a:moveTo>
                <a:lnTo>
                  <a:pt x="46917" y="51771"/>
                </a:lnTo>
                <a:cubicBezTo>
                  <a:pt x="46917" y="53389"/>
                  <a:pt x="47726" y="54905"/>
                  <a:pt x="49081" y="55815"/>
                </a:cubicBezTo>
                <a:lnTo>
                  <a:pt x="68495" y="68758"/>
                </a:lnTo>
                <a:cubicBezTo>
                  <a:pt x="70720" y="70254"/>
                  <a:pt x="73733" y="69648"/>
                  <a:pt x="75229" y="67403"/>
                </a:cubicBezTo>
                <a:cubicBezTo>
                  <a:pt x="76726" y="65158"/>
                  <a:pt x="76119" y="62165"/>
                  <a:pt x="73874" y="60669"/>
                </a:cubicBezTo>
                <a:lnTo>
                  <a:pt x="56624" y="49182"/>
                </a:lnTo>
                <a:lnTo>
                  <a:pt x="56624" y="24268"/>
                </a:lnTo>
                <a:cubicBezTo>
                  <a:pt x="56624" y="21578"/>
                  <a:pt x="54460" y="19414"/>
                  <a:pt x="51771" y="19414"/>
                </a:cubicBezTo>
                <a:cubicBezTo>
                  <a:pt x="49081" y="19414"/>
                  <a:pt x="46917" y="21578"/>
                  <a:pt x="46917" y="2426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312387" y="5608602"/>
            <a:ext cx="474565" cy="13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10s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63279" y="1397810"/>
            <a:ext cx="2241671" cy="4476440"/>
          </a:xfrm>
          <a:custGeom>
            <a:avLst/>
            <a:gdLst/>
            <a:ahLst/>
            <a:cxnLst/>
            <a:rect l="l" t="t" r="r" b="b"/>
            <a:pathLst>
              <a:path w="2241671" h="4476440">
                <a:moveTo>
                  <a:pt x="138065" y="0"/>
                </a:moveTo>
                <a:lnTo>
                  <a:pt x="2103607" y="0"/>
                </a:lnTo>
                <a:cubicBezTo>
                  <a:pt x="2179858" y="0"/>
                  <a:pt x="2241671" y="61814"/>
                  <a:pt x="2241671" y="138065"/>
                </a:cubicBezTo>
                <a:lnTo>
                  <a:pt x="2241671" y="4338375"/>
                </a:lnTo>
                <a:cubicBezTo>
                  <a:pt x="2241671" y="4414626"/>
                  <a:pt x="2179858" y="4476440"/>
                  <a:pt x="2103607" y="4476440"/>
                </a:cubicBezTo>
                <a:lnTo>
                  <a:pt x="138065" y="4476440"/>
                </a:lnTo>
                <a:cubicBezTo>
                  <a:pt x="61814" y="4476440"/>
                  <a:pt x="0" y="4414626"/>
                  <a:pt x="0" y="4338375"/>
                </a:cubicBezTo>
                <a:lnTo>
                  <a:pt x="0" y="138065"/>
                </a:lnTo>
                <a:cubicBezTo>
                  <a:pt x="0" y="61865"/>
                  <a:pt x="61865" y="0"/>
                  <a:pt x="138065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5400000" scaled="1"/>
          </a:gra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82425" y="1511704"/>
            <a:ext cx="402086" cy="402086"/>
          </a:xfrm>
          <a:custGeom>
            <a:avLst/>
            <a:gdLst/>
            <a:ahLst/>
            <a:cxnLst/>
            <a:rect l="l" t="t" r="r" b="b"/>
            <a:pathLst>
              <a:path w="402086" h="402086">
                <a:moveTo>
                  <a:pt x="201043" y="0"/>
                </a:moveTo>
                <a:lnTo>
                  <a:pt x="201043" y="0"/>
                </a:lnTo>
                <a:cubicBezTo>
                  <a:pt x="312001" y="0"/>
                  <a:pt x="402086" y="90084"/>
                  <a:pt x="402086" y="201043"/>
                </a:cubicBezTo>
                <a:lnTo>
                  <a:pt x="402086" y="201043"/>
                </a:lnTo>
                <a:cubicBezTo>
                  <a:pt x="402086" y="312001"/>
                  <a:pt x="312001" y="402086"/>
                  <a:pt x="201043" y="402086"/>
                </a:cubicBezTo>
                <a:lnTo>
                  <a:pt x="201043" y="402086"/>
                </a:lnTo>
                <a:cubicBezTo>
                  <a:pt x="90084" y="402086"/>
                  <a:pt x="0" y="312001"/>
                  <a:pt x="0" y="201043"/>
                </a:cubicBezTo>
                <a:lnTo>
                  <a:pt x="0" y="201043"/>
                </a:lnTo>
                <a:cubicBezTo>
                  <a:pt x="0" y="90084"/>
                  <a:pt x="90084" y="0"/>
                  <a:pt x="201043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 w="20320">
            <a:solidFill>
              <a:srgbClr val="06B6D4"/>
            </a:solidFill>
            <a:prstDash val="solid"/>
          </a:ln>
          <a:effectLst>
            <a:outerShdw sx="100000" sy="100000" kx="0" ky="0" algn="bl" rotWithShape="0" blurRad="172569" dist="50800" dir="2700000">
              <a:srgbClr val="06b6d4">
                <a:alpha val="3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37197" y="1591085"/>
            <a:ext cx="181197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5335" y="3127598"/>
            <a:ext cx="258854" cy="258854"/>
          </a:xfrm>
          <a:custGeom>
            <a:avLst/>
            <a:gdLst/>
            <a:ahLst/>
            <a:cxnLst/>
            <a:rect l="l" t="t" r="r" b="b"/>
            <a:pathLst>
              <a:path w="258854" h="258854">
                <a:moveTo>
                  <a:pt x="88981" y="12134"/>
                </a:moveTo>
                <a:cubicBezTo>
                  <a:pt x="88981" y="5410"/>
                  <a:pt x="83571" y="0"/>
                  <a:pt x="76847" y="0"/>
                </a:cubicBezTo>
                <a:cubicBezTo>
                  <a:pt x="70123" y="0"/>
                  <a:pt x="64713" y="5410"/>
                  <a:pt x="64713" y="12134"/>
                </a:cubicBezTo>
                <a:lnTo>
                  <a:pt x="64713" y="32357"/>
                </a:lnTo>
                <a:cubicBezTo>
                  <a:pt x="46867" y="32357"/>
                  <a:pt x="32357" y="46867"/>
                  <a:pt x="32357" y="64713"/>
                </a:cubicBezTo>
                <a:lnTo>
                  <a:pt x="12134" y="64713"/>
                </a:lnTo>
                <a:cubicBezTo>
                  <a:pt x="5410" y="64713"/>
                  <a:pt x="0" y="70123"/>
                  <a:pt x="0" y="76847"/>
                </a:cubicBezTo>
                <a:cubicBezTo>
                  <a:pt x="0" y="83571"/>
                  <a:pt x="5410" y="88981"/>
                  <a:pt x="12134" y="88981"/>
                </a:cubicBezTo>
                <a:lnTo>
                  <a:pt x="32357" y="88981"/>
                </a:lnTo>
                <a:lnTo>
                  <a:pt x="32357" y="117293"/>
                </a:lnTo>
                <a:lnTo>
                  <a:pt x="12134" y="117293"/>
                </a:lnTo>
                <a:cubicBezTo>
                  <a:pt x="5410" y="117293"/>
                  <a:pt x="0" y="122703"/>
                  <a:pt x="0" y="129427"/>
                </a:cubicBezTo>
                <a:cubicBezTo>
                  <a:pt x="0" y="136151"/>
                  <a:pt x="5410" y="141561"/>
                  <a:pt x="12134" y="141561"/>
                </a:cubicBezTo>
                <a:lnTo>
                  <a:pt x="32357" y="141561"/>
                </a:lnTo>
                <a:lnTo>
                  <a:pt x="32357" y="169873"/>
                </a:lnTo>
                <a:lnTo>
                  <a:pt x="12134" y="169873"/>
                </a:lnTo>
                <a:cubicBezTo>
                  <a:pt x="5410" y="169873"/>
                  <a:pt x="0" y="175282"/>
                  <a:pt x="0" y="182006"/>
                </a:cubicBezTo>
                <a:cubicBezTo>
                  <a:pt x="0" y="188730"/>
                  <a:pt x="5410" y="194140"/>
                  <a:pt x="12134" y="194140"/>
                </a:cubicBezTo>
                <a:lnTo>
                  <a:pt x="32357" y="194140"/>
                </a:lnTo>
                <a:cubicBezTo>
                  <a:pt x="32357" y="211987"/>
                  <a:pt x="46867" y="226497"/>
                  <a:pt x="64713" y="226497"/>
                </a:cubicBezTo>
                <a:lnTo>
                  <a:pt x="64713" y="246720"/>
                </a:lnTo>
                <a:cubicBezTo>
                  <a:pt x="64713" y="253444"/>
                  <a:pt x="70123" y="258854"/>
                  <a:pt x="76847" y="258854"/>
                </a:cubicBezTo>
                <a:cubicBezTo>
                  <a:pt x="83571" y="258854"/>
                  <a:pt x="88981" y="253444"/>
                  <a:pt x="88981" y="246720"/>
                </a:cubicBezTo>
                <a:lnTo>
                  <a:pt x="88981" y="226497"/>
                </a:lnTo>
                <a:lnTo>
                  <a:pt x="117293" y="226497"/>
                </a:lnTo>
                <a:lnTo>
                  <a:pt x="117293" y="246720"/>
                </a:lnTo>
                <a:cubicBezTo>
                  <a:pt x="117293" y="253444"/>
                  <a:pt x="122703" y="258854"/>
                  <a:pt x="129427" y="258854"/>
                </a:cubicBezTo>
                <a:cubicBezTo>
                  <a:pt x="136151" y="258854"/>
                  <a:pt x="141561" y="253444"/>
                  <a:pt x="141561" y="246720"/>
                </a:cubicBezTo>
                <a:lnTo>
                  <a:pt x="141561" y="226497"/>
                </a:lnTo>
                <a:lnTo>
                  <a:pt x="169873" y="226497"/>
                </a:lnTo>
                <a:lnTo>
                  <a:pt x="169873" y="246720"/>
                </a:lnTo>
                <a:cubicBezTo>
                  <a:pt x="169873" y="253444"/>
                  <a:pt x="175282" y="258854"/>
                  <a:pt x="182006" y="258854"/>
                </a:cubicBezTo>
                <a:cubicBezTo>
                  <a:pt x="188730" y="258854"/>
                  <a:pt x="194140" y="253444"/>
                  <a:pt x="194140" y="246720"/>
                </a:cubicBezTo>
                <a:lnTo>
                  <a:pt x="194140" y="226497"/>
                </a:lnTo>
                <a:cubicBezTo>
                  <a:pt x="211987" y="226497"/>
                  <a:pt x="226497" y="211987"/>
                  <a:pt x="226497" y="194140"/>
                </a:cubicBezTo>
                <a:lnTo>
                  <a:pt x="246720" y="194140"/>
                </a:lnTo>
                <a:cubicBezTo>
                  <a:pt x="253444" y="194140"/>
                  <a:pt x="258854" y="188730"/>
                  <a:pt x="258854" y="182006"/>
                </a:cubicBezTo>
                <a:cubicBezTo>
                  <a:pt x="258854" y="175282"/>
                  <a:pt x="253444" y="169873"/>
                  <a:pt x="246720" y="169873"/>
                </a:cubicBezTo>
                <a:lnTo>
                  <a:pt x="226497" y="169873"/>
                </a:lnTo>
                <a:lnTo>
                  <a:pt x="226497" y="141561"/>
                </a:lnTo>
                <a:lnTo>
                  <a:pt x="246720" y="141561"/>
                </a:lnTo>
                <a:cubicBezTo>
                  <a:pt x="253444" y="141561"/>
                  <a:pt x="258854" y="136151"/>
                  <a:pt x="258854" y="129427"/>
                </a:cubicBezTo>
                <a:cubicBezTo>
                  <a:pt x="258854" y="122703"/>
                  <a:pt x="253444" y="117293"/>
                  <a:pt x="246720" y="117293"/>
                </a:cubicBezTo>
                <a:lnTo>
                  <a:pt x="226497" y="117293"/>
                </a:lnTo>
                <a:lnTo>
                  <a:pt x="226497" y="88981"/>
                </a:lnTo>
                <a:lnTo>
                  <a:pt x="246720" y="88981"/>
                </a:lnTo>
                <a:cubicBezTo>
                  <a:pt x="253444" y="88981"/>
                  <a:pt x="258854" y="83571"/>
                  <a:pt x="258854" y="76847"/>
                </a:cubicBezTo>
                <a:cubicBezTo>
                  <a:pt x="258854" y="70123"/>
                  <a:pt x="253444" y="64713"/>
                  <a:pt x="246720" y="64713"/>
                </a:cubicBezTo>
                <a:lnTo>
                  <a:pt x="226497" y="64713"/>
                </a:lnTo>
                <a:cubicBezTo>
                  <a:pt x="226497" y="46867"/>
                  <a:pt x="211987" y="32357"/>
                  <a:pt x="194140" y="32357"/>
                </a:cubicBezTo>
                <a:lnTo>
                  <a:pt x="194140" y="12134"/>
                </a:lnTo>
                <a:cubicBezTo>
                  <a:pt x="194140" y="5410"/>
                  <a:pt x="188730" y="0"/>
                  <a:pt x="182006" y="0"/>
                </a:cubicBezTo>
                <a:cubicBezTo>
                  <a:pt x="175282" y="0"/>
                  <a:pt x="169873" y="5410"/>
                  <a:pt x="169873" y="12134"/>
                </a:cubicBezTo>
                <a:lnTo>
                  <a:pt x="169873" y="32357"/>
                </a:lnTo>
                <a:lnTo>
                  <a:pt x="141561" y="32357"/>
                </a:lnTo>
                <a:lnTo>
                  <a:pt x="141561" y="12134"/>
                </a:lnTo>
                <a:cubicBezTo>
                  <a:pt x="141561" y="5410"/>
                  <a:pt x="136151" y="0"/>
                  <a:pt x="129427" y="0"/>
                </a:cubicBezTo>
                <a:cubicBezTo>
                  <a:pt x="122703" y="0"/>
                  <a:pt x="117293" y="5410"/>
                  <a:pt x="117293" y="12134"/>
                </a:cubicBezTo>
                <a:lnTo>
                  <a:pt x="117293" y="32357"/>
                </a:lnTo>
                <a:lnTo>
                  <a:pt x="88981" y="32357"/>
                </a:lnTo>
                <a:lnTo>
                  <a:pt x="88981" y="12134"/>
                </a:lnTo>
                <a:close/>
                <a:moveTo>
                  <a:pt x="80892" y="64713"/>
                </a:moveTo>
                <a:lnTo>
                  <a:pt x="177962" y="64713"/>
                </a:lnTo>
                <a:cubicBezTo>
                  <a:pt x="186910" y="64713"/>
                  <a:pt x="194140" y="71943"/>
                  <a:pt x="194140" y="80892"/>
                </a:cubicBezTo>
                <a:lnTo>
                  <a:pt x="194140" y="177962"/>
                </a:lnTo>
                <a:cubicBezTo>
                  <a:pt x="194140" y="186910"/>
                  <a:pt x="186910" y="194140"/>
                  <a:pt x="177962" y="194140"/>
                </a:cubicBezTo>
                <a:lnTo>
                  <a:pt x="80892" y="194140"/>
                </a:lnTo>
                <a:cubicBezTo>
                  <a:pt x="71943" y="194140"/>
                  <a:pt x="64713" y="186910"/>
                  <a:pt x="64713" y="177962"/>
                </a:cubicBezTo>
                <a:lnTo>
                  <a:pt x="64713" y="80892"/>
                </a:lnTo>
                <a:cubicBezTo>
                  <a:pt x="64713" y="71943"/>
                  <a:pt x="71943" y="64713"/>
                  <a:pt x="80892" y="64713"/>
                </a:cubicBezTo>
                <a:close/>
                <a:moveTo>
                  <a:pt x="88981" y="88981"/>
                </a:moveTo>
                <a:lnTo>
                  <a:pt x="88981" y="169873"/>
                </a:lnTo>
                <a:lnTo>
                  <a:pt x="169873" y="169873"/>
                </a:lnTo>
                <a:lnTo>
                  <a:pt x="169873" y="88981"/>
                </a:lnTo>
                <a:lnTo>
                  <a:pt x="88981" y="88981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3061266" y="3489993"/>
            <a:ext cx="1440951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ESP32 Sends to Cloud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40072" y="3766104"/>
            <a:ext cx="2088085" cy="586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5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ESP32 gateway transmits data via MQTT protocol over secure VPN tunnel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20749" y="5625749"/>
            <a:ext cx="116484" cy="103541"/>
          </a:xfrm>
          <a:custGeom>
            <a:avLst/>
            <a:gdLst/>
            <a:ahLst/>
            <a:cxnLst/>
            <a:rect l="l" t="t" r="r" b="b"/>
            <a:pathLst>
              <a:path w="116484" h="103541">
                <a:moveTo>
                  <a:pt x="58242" y="19414"/>
                </a:moveTo>
                <a:cubicBezTo>
                  <a:pt x="39859" y="19414"/>
                  <a:pt x="23216" y="26694"/>
                  <a:pt x="10981" y="38545"/>
                </a:cubicBezTo>
                <a:cubicBezTo>
                  <a:pt x="8413" y="41032"/>
                  <a:pt x="4307" y="40972"/>
                  <a:pt x="1840" y="38403"/>
                </a:cubicBezTo>
                <a:cubicBezTo>
                  <a:pt x="-627" y="35835"/>
                  <a:pt x="-586" y="31730"/>
                  <a:pt x="1982" y="29263"/>
                </a:cubicBezTo>
                <a:cubicBezTo>
                  <a:pt x="16522" y="15147"/>
                  <a:pt x="36381" y="6471"/>
                  <a:pt x="58242" y="6471"/>
                </a:cubicBezTo>
                <a:cubicBezTo>
                  <a:pt x="80103" y="6471"/>
                  <a:pt x="99962" y="15147"/>
                  <a:pt x="114522" y="29263"/>
                </a:cubicBezTo>
                <a:cubicBezTo>
                  <a:pt x="117091" y="31750"/>
                  <a:pt x="117151" y="35855"/>
                  <a:pt x="114664" y="38403"/>
                </a:cubicBezTo>
                <a:cubicBezTo>
                  <a:pt x="112177" y="40951"/>
                  <a:pt x="108071" y="41032"/>
                  <a:pt x="105523" y="38545"/>
                </a:cubicBezTo>
                <a:cubicBezTo>
                  <a:pt x="93268" y="26694"/>
                  <a:pt x="76625" y="19414"/>
                  <a:pt x="58242" y="19414"/>
                </a:cubicBezTo>
                <a:close/>
                <a:moveTo>
                  <a:pt x="48535" y="87363"/>
                </a:moveTo>
                <a:cubicBezTo>
                  <a:pt x="48535" y="82006"/>
                  <a:pt x="52885" y="77656"/>
                  <a:pt x="58242" y="77656"/>
                </a:cubicBezTo>
                <a:cubicBezTo>
                  <a:pt x="63599" y="77656"/>
                  <a:pt x="67949" y="82006"/>
                  <a:pt x="67949" y="87363"/>
                </a:cubicBezTo>
                <a:cubicBezTo>
                  <a:pt x="67949" y="92720"/>
                  <a:pt x="63599" y="97070"/>
                  <a:pt x="58242" y="97070"/>
                </a:cubicBezTo>
                <a:cubicBezTo>
                  <a:pt x="52885" y="97070"/>
                  <a:pt x="48535" y="92720"/>
                  <a:pt x="48535" y="87363"/>
                </a:cubicBezTo>
                <a:close/>
                <a:moveTo>
                  <a:pt x="33975" y="65967"/>
                </a:moveTo>
                <a:cubicBezTo>
                  <a:pt x="31608" y="68657"/>
                  <a:pt x="27523" y="68900"/>
                  <a:pt x="24834" y="66533"/>
                </a:cubicBezTo>
                <a:cubicBezTo>
                  <a:pt x="22144" y="64167"/>
                  <a:pt x="21901" y="60082"/>
                  <a:pt x="24268" y="57393"/>
                </a:cubicBezTo>
                <a:cubicBezTo>
                  <a:pt x="32559" y="48009"/>
                  <a:pt x="44713" y="42064"/>
                  <a:pt x="58242" y="42064"/>
                </a:cubicBezTo>
                <a:cubicBezTo>
                  <a:pt x="71771" y="42064"/>
                  <a:pt x="83925" y="48009"/>
                  <a:pt x="92217" y="57393"/>
                </a:cubicBezTo>
                <a:cubicBezTo>
                  <a:pt x="94583" y="60082"/>
                  <a:pt x="94320" y="64167"/>
                  <a:pt x="91650" y="66533"/>
                </a:cubicBezTo>
                <a:cubicBezTo>
                  <a:pt x="88981" y="68900"/>
                  <a:pt x="84876" y="68637"/>
                  <a:pt x="82510" y="65967"/>
                </a:cubicBezTo>
                <a:cubicBezTo>
                  <a:pt x="76564" y="59233"/>
                  <a:pt x="67909" y="55006"/>
                  <a:pt x="58242" y="55006"/>
                </a:cubicBezTo>
                <a:cubicBezTo>
                  <a:pt x="48575" y="55006"/>
                  <a:pt x="39920" y="59233"/>
                  <a:pt x="33975" y="6596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3552333" y="5608602"/>
            <a:ext cx="621248" cy="13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MQTT + VPN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77969" y="1397810"/>
            <a:ext cx="2241671" cy="4476440"/>
          </a:xfrm>
          <a:custGeom>
            <a:avLst/>
            <a:gdLst/>
            <a:ahLst/>
            <a:cxnLst/>
            <a:rect l="l" t="t" r="r" b="b"/>
            <a:pathLst>
              <a:path w="2241671" h="4476440">
                <a:moveTo>
                  <a:pt x="138065" y="0"/>
                </a:moveTo>
                <a:lnTo>
                  <a:pt x="2103607" y="0"/>
                </a:lnTo>
                <a:cubicBezTo>
                  <a:pt x="2179858" y="0"/>
                  <a:pt x="2241671" y="61814"/>
                  <a:pt x="2241671" y="138065"/>
                </a:cubicBezTo>
                <a:lnTo>
                  <a:pt x="2241671" y="4338375"/>
                </a:lnTo>
                <a:cubicBezTo>
                  <a:pt x="2241671" y="4414626"/>
                  <a:pt x="2179858" y="4476440"/>
                  <a:pt x="2103607" y="4476440"/>
                </a:cubicBezTo>
                <a:lnTo>
                  <a:pt x="138065" y="4476440"/>
                </a:lnTo>
                <a:cubicBezTo>
                  <a:pt x="61814" y="4476440"/>
                  <a:pt x="0" y="4414626"/>
                  <a:pt x="0" y="4338375"/>
                </a:cubicBezTo>
                <a:lnTo>
                  <a:pt x="0" y="138065"/>
                </a:lnTo>
                <a:cubicBezTo>
                  <a:pt x="0" y="61865"/>
                  <a:pt x="61865" y="0"/>
                  <a:pt x="138065" y="0"/>
                </a:cubicBezTo>
                <a:close/>
              </a:path>
            </a:pathLst>
          </a:custGeom>
          <a:gradFill rotWithShape="1" flip="none">
            <a:gsLst>
              <a:gs pos="0">
                <a:srgbClr val="F97316">
                  <a:alpha val="20000"/>
                </a:srgbClr>
              </a:gs>
              <a:gs pos="100000">
                <a:srgbClr val="F97316">
                  <a:alpha val="5000"/>
                </a:srgbClr>
              </a:gs>
            </a:gsLst>
            <a:lin ang="5400000" scaled="1"/>
          </a:gradFill>
          <a:ln w="10160">
            <a:solidFill>
              <a:srgbClr val="F97316">
                <a:alpha val="5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114" y="1511704"/>
            <a:ext cx="402086" cy="402086"/>
          </a:xfrm>
          <a:custGeom>
            <a:avLst/>
            <a:gdLst/>
            <a:ahLst/>
            <a:cxnLst/>
            <a:rect l="l" t="t" r="r" b="b"/>
            <a:pathLst>
              <a:path w="402086" h="402086">
                <a:moveTo>
                  <a:pt x="201043" y="0"/>
                </a:moveTo>
                <a:lnTo>
                  <a:pt x="201043" y="0"/>
                </a:lnTo>
                <a:cubicBezTo>
                  <a:pt x="312001" y="0"/>
                  <a:pt x="402086" y="90084"/>
                  <a:pt x="402086" y="201043"/>
                </a:cubicBezTo>
                <a:lnTo>
                  <a:pt x="402086" y="201043"/>
                </a:lnTo>
                <a:cubicBezTo>
                  <a:pt x="402086" y="312001"/>
                  <a:pt x="312001" y="402086"/>
                  <a:pt x="201043" y="402086"/>
                </a:cubicBezTo>
                <a:lnTo>
                  <a:pt x="201043" y="402086"/>
                </a:lnTo>
                <a:cubicBezTo>
                  <a:pt x="90084" y="402086"/>
                  <a:pt x="0" y="312001"/>
                  <a:pt x="0" y="201043"/>
                </a:cubicBezTo>
                <a:lnTo>
                  <a:pt x="0" y="201043"/>
                </a:lnTo>
                <a:cubicBezTo>
                  <a:pt x="0" y="90084"/>
                  <a:pt x="90084" y="0"/>
                  <a:pt x="201043" y="0"/>
                </a:cubicBezTo>
                <a:close/>
              </a:path>
            </a:pathLst>
          </a:custGeom>
          <a:solidFill>
            <a:srgbClr val="F97316">
              <a:alpha val="30196"/>
            </a:srgbClr>
          </a:solidFill>
          <a:ln w="20320">
            <a:solidFill>
              <a:srgbClr val="F97316"/>
            </a:solidFill>
            <a:prstDash val="solid"/>
          </a:ln>
          <a:effectLst>
            <a:outerShdw sx="100000" sy="100000" kx="0" ky="0" algn="bl" rotWithShape="0" blurRad="172569" dist="50800" dir="2700000">
              <a:srgbClr val="f97316">
                <a:alpha val="30196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49299" y="1591085"/>
            <a:ext cx="181197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86203" y="3225747"/>
            <a:ext cx="226497" cy="258854"/>
          </a:xfrm>
          <a:custGeom>
            <a:avLst/>
            <a:gdLst/>
            <a:ahLst/>
            <a:cxnLst/>
            <a:rect l="l" t="t" r="r" b="b"/>
            <a:pathLst>
              <a:path w="226497" h="258854">
                <a:moveTo>
                  <a:pt x="32357" y="16178"/>
                </a:moveTo>
                <a:cubicBezTo>
                  <a:pt x="14510" y="16178"/>
                  <a:pt x="0" y="30688"/>
                  <a:pt x="0" y="48535"/>
                </a:cubicBezTo>
                <a:lnTo>
                  <a:pt x="0" y="80892"/>
                </a:lnTo>
                <a:cubicBezTo>
                  <a:pt x="0" y="98738"/>
                  <a:pt x="14510" y="113248"/>
                  <a:pt x="32357" y="113248"/>
                </a:cubicBezTo>
                <a:lnTo>
                  <a:pt x="194140" y="113248"/>
                </a:lnTo>
                <a:cubicBezTo>
                  <a:pt x="211987" y="113248"/>
                  <a:pt x="226497" y="98738"/>
                  <a:pt x="226497" y="80892"/>
                </a:cubicBezTo>
                <a:lnTo>
                  <a:pt x="226497" y="48535"/>
                </a:lnTo>
                <a:cubicBezTo>
                  <a:pt x="226497" y="30688"/>
                  <a:pt x="211987" y="16178"/>
                  <a:pt x="194140" y="16178"/>
                </a:cubicBezTo>
                <a:lnTo>
                  <a:pt x="32357" y="16178"/>
                </a:lnTo>
                <a:close/>
                <a:moveTo>
                  <a:pt x="141561" y="52580"/>
                </a:moveTo>
                <a:cubicBezTo>
                  <a:pt x="148257" y="52580"/>
                  <a:pt x="153694" y="58017"/>
                  <a:pt x="153694" y="64713"/>
                </a:cubicBezTo>
                <a:cubicBezTo>
                  <a:pt x="153694" y="71410"/>
                  <a:pt x="148257" y="76847"/>
                  <a:pt x="141561" y="76847"/>
                </a:cubicBezTo>
                <a:cubicBezTo>
                  <a:pt x="134864" y="76847"/>
                  <a:pt x="129427" y="71410"/>
                  <a:pt x="129427" y="64713"/>
                </a:cubicBezTo>
                <a:cubicBezTo>
                  <a:pt x="129427" y="58017"/>
                  <a:pt x="134864" y="52580"/>
                  <a:pt x="141561" y="52580"/>
                </a:cubicBezTo>
                <a:close/>
                <a:moveTo>
                  <a:pt x="169873" y="64713"/>
                </a:moveTo>
                <a:cubicBezTo>
                  <a:pt x="169873" y="58017"/>
                  <a:pt x="175310" y="52580"/>
                  <a:pt x="182006" y="52580"/>
                </a:cubicBezTo>
                <a:cubicBezTo>
                  <a:pt x="188703" y="52580"/>
                  <a:pt x="194140" y="58017"/>
                  <a:pt x="194140" y="64713"/>
                </a:cubicBezTo>
                <a:cubicBezTo>
                  <a:pt x="194140" y="71410"/>
                  <a:pt x="188703" y="76847"/>
                  <a:pt x="182006" y="76847"/>
                </a:cubicBezTo>
                <a:cubicBezTo>
                  <a:pt x="175310" y="76847"/>
                  <a:pt x="169873" y="71410"/>
                  <a:pt x="169873" y="64713"/>
                </a:cubicBezTo>
                <a:close/>
                <a:moveTo>
                  <a:pt x="32357" y="145605"/>
                </a:moveTo>
                <a:cubicBezTo>
                  <a:pt x="14510" y="145605"/>
                  <a:pt x="0" y="160115"/>
                  <a:pt x="0" y="177962"/>
                </a:cubicBezTo>
                <a:lnTo>
                  <a:pt x="0" y="210318"/>
                </a:lnTo>
                <a:cubicBezTo>
                  <a:pt x="0" y="228165"/>
                  <a:pt x="14510" y="242675"/>
                  <a:pt x="32357" y="242675"/>
                </a:cubicBezTo>
                <a:lnTo>
                  <a:pt x="194140" y="242675"/>
                </a:lnTo>
                <a:cubicBezTo>
                  <a:pt x="211987" y="242675"/>
                  <a:pt x="226497" y="228165"/>
                  <a:pt x="226497" y="210318"/>
                </a:cubicBezTo>
                <a:lnTo>
                  <a:pt x="226497" y="177962"/>
                </a:lnTo>
                <a:cubicBezTo>
                  <a:pt x="226497" y="160115"/>
                  <a:pt x="211987" y="145605"/>
                  <a:pt x="194140" y="145605"/>
                </a:cubicBezTo>
                <a:lnTo>
                  <a:pt x="32357" y="145605"/>
                </a:lnTo>
                <a:close/>
                <a:moveTo>
                  <a:pt x="141561" y="182006"/>
                </a:moveTo>
                <a:cubicBezTo>
                  <a:pt x="148257" y="182006"/>
                  <a:pt x="153694" y="187443"/>
                  <a:pt x="153694" y="194140"/>
                </a:cubicBezTo>
                <a:cubicBezTo>
                  <a:pt x="153694" y="200837"/>
                  <a:pt x="148257" y="206274"/>
                  <a:pt x="141561" y="206274"/>
                </a:cubicBezTo>
                <a:cubicBezTo>
                  <a:pt x="134864" y="206274"/>
                  <a:pt x="129427" y="200837"/>
                  <a:pt x="129427" y="194140"/>
                </a:cubicBezTo>
                <a:cubicBezTo>
                  <a:pt x="129427" y="187443"/>
                  <a:pt x="134864" y="182006"/>
                  <a:pt x="141561" y="182006"/>
                </a:cubicBezTo>
                <a:close/>
                <a:moveTo>
                  <a:pt x="169873" y="194140"/>
                </a:moveTo>
                <a:cubicBezTo>
                  <a:pt x="169873" y="187443"/>
                  <a:pt x="175310" y="182006"/>
                  <a:pt x="182006" y="182006"/>
                </a:cubicBezTo>
                <a:cubicBezTo>
                  <a:pt x="188703" y="182006"/>
                  <a:pt x="194140" y="187443"/>
                  <a:pt x="194140" y="194140"/>
                </a:cubicBezTo>
                <a:cubicBezTo>
                  <a:pt x="194140" y="200837"/>
                  <a:pt x="188703" y="206274"/>
                  <a:pt x="182006" y="206274"/>
                </a:cubicBezTo>
                <a:cubicBezTo>
                  <a:pt x="175310" y="206274"/>
                  <a:pt x="169873" y="200837"/>
                  <a:pt x="169873" y="19414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5540004" y="3588142"/>
            <a:ext cx="1113070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Cloud Processes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54762" y="3864252"/>
            <a:ext cx="2088085" cy="39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5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stored in PostgreSQL database with license key validation for security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82913" y="5625749"/>
            <a:ext cx="90599" cy="103541"/>
          </a:xfrm>
          <a:custGeom>
            <a:avLst/>
            <a:gdLst/>
            <a:ahLst/>
            <a:cxnLst/>
            <a:rect l="l" t="t" r="r" b="b"/>
            <a:pathLst>
              <a:path w="90599" h="103541">
                <a:moveTo>
                  <a:pt x="90599" y="41619"/>
                </a:moveTo>
                <a:cubicBezTo>
                  <a:pt x="87606" y="43601"/>
                  <a:pt x="84168" y="45198"/>
                  <a:pt x="80588" y="46472"/>
                </a:cubicBezTo>
                <a:cubicBezTo>
                  <a:pt x="71084" y="49870"/>
                  <a:pt x="58606" y="51771"/>
                  <a:pt x="45299" y="51771"/>
                </a:cubicBezTo>
                <a:cubicBezTo>
                  <a:pt x="31993" y="51771"/>
                  <a:pt x="19495" y="49850"/>
                  <a:pt x="10010" y="46472"/>
                </a:cubicBezTo>
                <a:cubicBezTo>
                  <a:pt x="6451" y="45198"/>
                  <a:pt x="2993" y="43601"/>
                  <a:pt x="0" y="41619"/>
                </a:cubicBezTo>
                <a:lnTo>
                  <a:pt x="0" y="58242"/>
                </a:lnTo>
                <a:cubicBezTo>
                  <a:pt x="0" y="67181"/>
                  <a:pt x="20284" y="74420"/>
                  <a:pt x="45299" y="74420"/>
                </a:cubicBezTo>
                <a:cubicBezTo>
                  <a:pt x="70315" y="74420"/>
                  <a:pt x="90599" y="67181"/>
                  <a:pt x="90599" y="58242"/>
                </a:cubicBezTo>
                <a:lnTo>
                  <a:pt x="90599" y="41619"/>
                </a:lnTo>
                <a:close/>
                <a:moveTo>
                  <a:pt x="90599" y="25885"/>
                </a:moveTo>
                <a:lnTo>
                  <a:pt x="90599" y="16178"/>
                </a:lnTo>
                <a:cubicBezTo>
                  <a:pt x="90599" y="7240"/>
                  <a:pt x="70315" y="0"/>
                  <a:pt x="45299" y="0"/>
                </a:cubicBezTo>
                <a:cubicBezTo>
                  <a:pt x="20284" y="0"/>
                  <a:pt x="0" y="7240"/>
                  <a:pt x="0" y="16178"/>
                </a:cubicBezTo>
                <a:lnTo>
                  <a:pt x="0" y="25885"/>
                </a:lnTo>
                <a:cubicBezTo>
                  <a:pt x="0" y="34824"/>
                  <a:pt x="20284" y="42064"/>
                  <a:pt x="45299" y="42064"/>
                </a:cubicBezTo>
                <a:cubicBezTo>
                  <a:pt x="70315" y="42064"/>
                  <a:pt x="90599" y="34824"/>
                  <a:pt x="90599" y="25885"/>
                </a:cubicBezTo>
                <a:close/>
                <a:moveTo>
                  <a:pt x="80588" y="78829"/>
                </a:moveTo>
                <a:cubicBezTo>
                  <a:pt x="71104" y="82206"/>
                  <a:pt x="58626" y="84127"/>
                  <a:pt x="45299" y="84127"/>
                </a:cubicBezTo>
                <a:cubicBezTo>
                  <a:pt x="31972" y="84127"/>
                  <a:pt x="19495" y="82206"/>
                  <a:pt x="10010" y="78829"/>
                </a:cubicBezTo>
                <a:cubicBezTo>
                  <a:pt x="6451" y="77555"/>
                  <a:pt x="2993" y="75957"/>
                  <a:pt x="0" y="73975"/>
                </a:cubicBezTo>
                <a:lnTo>
                  <a:pt x="0" y="87363"/>
                </a:lnTo>
                <a:cubicBezTo>
                  <a:pt x="0" y="96302"/>
                  <a:pt x="20284" y="103541"/>
                  <a:pt x="45299" y="103541"/>
                </a:cubicBezTo>
                <a:cubicBezTo>
                  <a:pt x="70315" y="103541"/>
                  <a:pt x="90599" y="96302"/>
                  <a:pt x="90599" y="87363"/>
                </a:cubicBezTo>
                <a:lnTo>
                  <a:pt x="90599" y="73975"/>
                </a:lnTo>
                <a:cubicBezTo>
                  <a:pt x="87606" y="75957"/>
                  <a:pt x="84168" y="77555"/>
                  <a:pt x="80588" y="78829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5801554" y="5608602"/>
            <a:ext cx="759304" cy="13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+ Validate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292658" y="1397810"/>
            <a:ext cx="2241671" cy="4476440"/>
          </a:xfrm>
          <a:custGeom>
            <a:avLst/>
            <a:gdLst/>
            <a:ahLst/>
            <a:cxnLst/>
            <a:rect l="l" t="t" r="r" b="b"/>
            <a:pathLst>
              <a:path w="2241671" h="4476440">
                <a:moveTo>
                  <a:pt x="138065" y="0"/>
                </a:moveTo>
                <a:lnTo>
                  <a:pt x="2103607" y="0"/>
                </a:lnTo>
                <a:cubicBezTo>
                  <a:pt x="2179858" y="0"/>
                  <a:pt x="2241671" y="61814"/>
                  <a:pt x="2241671" y="138065"/>
                </a:cubicBezTo>
                <a:lnTo>
                  <a:pt x="2241671" y="4338375"/>
                </a:lnTo>
                <a:cubicBezTo>
                  <a:pt x="2241671" y="4414626"/>
                  <a:pt x="2179858" y="4476440"/>
                  <a:pt x="2103607" y="4476440"/>
                </a:cubicBezTo>
                <a:lnTo>
                  <a:pt x="138065" y="4476440"/>
                </a:lnTo>
                <a:cubicBezTo>
                  <a:pt x="61814" y="4476440"/>
                  <a:pt x="0" y="4414626"/>
                  <a:pt x="0" y="4338375"/>
                </a:cubicBezTo>
                <a:lnTo>
                  <a:pt x="0" y="138065"/>
                </a:lnTo>
                <a:cubicBezTo>
                  <a:pt x="0" y="61865"/>
                  <a:pt x="61865" y="0"/>
                  <a:pt x="138065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5400000" scaled="1"/>
          </a:gra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11804" y="1511704"/>
            <a:ext cx="402086" cy="402086"/>
          </a:xfrm>
          <a:custGeom>
            <a:avLst/>
            <a:gdLst/>
            <a:ahLst/>
            <a:cxnLst/>
            <a:rect l="l" t="t" r="r" b="b"/>
            <a:pathLst>
              <a:path w="402086" h="402086">
                <a:moveTo>
                  <a:pt x="201043" y="0"/>
                </a:moveTo>
                <a:lnTo>
                  <a:pt x="201043" y="0"/>
                </a:lnTo>
                <a:cubicBezTo>
                  <a:pt x="312001" y="0"/>
                  <a:pt x="402086" y="90084"/>
                  <a:pt x="402086" y="201043"/>
                </a:cubicBezTo>
                <a:lnTo>
                  <a:pt x="402086" y="201043"/>
                </a:lnTo>
                <a:cubicBezTo>
                  <a:pt x="402086" y="312001"/>
                  <a:pt x="312001" y="402086"/>
                  <a:pt x="201043" y="402086"/>
                </a:cubicBezTo>
                <a:lnTo>
                  <a:pt x="201043" y="402086"/>
                </a:lnTo>
                <a:cubicBezTo>
                  <a:pt x="90084" y="402086"/>
                  <a:pt x="0" y="312001"/>
                  <a:pt x="0" y="201043"/>
                </a:cubicBezTo>
                <a:lnTo>
                  <a:pt x="0" y="201043"/>
                </a:lnTo>
                <a:cubicBezTo>
                  <a:pt x="0" y="90084"/>
                  <a:pt x="90084" y="0"/>
                  <a:pt x="201043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1615" y="1591085"/>
            <a:ext cx="189826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00893" y="3225747"/>
            <a:ext cx="226497" cy="258854"/>
          </a:xfrm>
          <a:custGeom>
            <a:avLst/>
            <a:gdLst/>
            <a:ahLst/>
            <a:cxnLst/>
            <a:rect l="l" t="t" r="r" b="b"/>
            <a:pathLst>
              <a:path w="226497" h="258854">
                <a:moveTo>
                  <a:pt x="171288" y="-5005"/>
                </a:moveTo>
                <a:cubicBezTo>
                  <a:pt x="177305" y="-657"/>
                  <a:pt x="179529" y="7230"/>
                  <a:pt x="176799" y="14105"/>
                </a:cubicBezTo>
                <a:lnTo>
                  <a:pt x="137162" y="113248"/>
                </a:lnTo>
                <a:lnTo>
                  <a:pt x="210318" y="113248"/>
                </a:lnTo>
                <a:cubicBezTo>
                  <a:pt x="217144" y="113248"/>
                  <a:pt x="223211" y="117495"/>
                  <a:pt x="225536" y="123916"/>
                </a:cubicBezTo>
                <a:cubicBezTo>
                  <a:pt x="227862" y="130337"/>
                  <a:pt x="225890" y="137516"/>
                  <a:pt x="220683" y="141864"/>
                </a:cubicBezTo>
                <a:lnTo>
                  <a:pt x="75078" y="263201"/>
                </a:lnTo>
                <a:cubicBezTo>
                  <a:pt x="69365" y="267954"/>
                  <a:pt x="61225" y="268207"/>
                  <a:pt x="55209" y="263859"/>
                </a:cubicBezTo>
                <a:cubicBezTo>
                  <a:pt x="49192" y="259511"/>
                  <a:pt x="46968" y="251624"/>
                  <a:pt x="49698" y="244748"/>
                </a:cubicBezTo>
                <a:lnTo>
                  <a:pt x="89335" y="145605"/>
                </a:lnTo>
                <a:lnTo>
                  <a:pt x="16178" y="145605"/>
                </a:lnTo>
                <a:cubicBezTo>
                  <a:pt x="9353" y="145605"/>
                  <a:pt x="3286" y="141358"/>
                  <a:pt x="961" y="134937"/>
                </a:cubicBezTo>
                <a:cubicBezTo>
                  <a:pt x="-1365" y="128517"/>
                  <a:pt x="607" y="121338"/>
                  <a:pt x="5814" y="116990"/>
                </a:cubicBezTo>
                <a:lnTo>
                  <a:pt x="151419" y="-4348"/>
                </a:lnTo>
                <a:cubicBezTo>
                  <a:pt x="157132" y="-9100"/>
                  <a:pt x="165272" y="-9353"/>
                  <a:pt x="171288" y="-500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7812307" y="3588142"/>
            <a:ext cx="1199355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Real-Time Update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69452" y="3864252"/>
            <a:ext cx="2088085" cy="39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5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 pushes updates instantly to Owner and Customer dashboards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79465" y="5625749"/>
            <a:ext cx="103541" cy="103541"/>
          </a:xfrm>
          <a:custGeom>
            <a:avLst/>
            <a:gdLst/>
            <a:ahLst/>
            <a:cxnLst/>
            <a:rect l="l" t="t" r="r" b="b"/>
            <a:pathLst>
              <a:path w="103541" h="103541">
                <a:moveTo>
                  <a:pt x="101640" y="30456"/>
                </a:moveTo>
                <a:lnTo>
                  <a:pt x="82226" y="49870"/>
                </a:lnTo>
                <a:cubicBezTo>
                  <a:pt x="80366" y="51730"/>
                  <a:pt x="77595" y="52276"/>
                  <a:pt x="75169" y="51265"/>
                </a:cubicBezTo>
                <a:cubicBezTo>
                  <a:pt x="72742" y="50254"/>
                  <a:pt x="71185" y="47908"/>
                  <a:pt x="71185" y="45299"/>
                </a:cubicBezTo>
                <a:lnTo>
                  <a:pt x="71185" y="32357"/>
                </a:lnTo>
                <a:lnTo>
                  <a:pt x="6471" y="32357"/>
                </a:lnTo>
                <a:cubicBezTo>
                  <a:pt x="2892" y="32357"/>
                  <a:pt x="0" y="29465"/>
                  <a:pt x="0" y="25885"/>
                </a:cubicBezTo>
                <a:cubicBezTo>
                  <a:pt x="0" y="22306"/>
                  <a:pt x="2892" y="19414"/>
                  <a:pt x="6471" y="19414"/>
                </a:cubicBezTo>
                <a:lnTo>
                  <a:pt x="71185" y="19414"/>
                </a:lnTo>
                <a:lnTo>
                  <a:pt x="71185" y="6471"/>
                </a:lnTo>
                <a:cubicBezTo>
                  <a:pt x="71185" y="3863"/>
                  <a:pt x="72762" y="1496"/>
                  <a:pt x="75189" y="485"/>
                </a:cubicBezTo>
                <a:cubicBezTo>
                  <a:pt x="77616" y="-526"/>
                  <a:pt x="80386" y="40"/>
                  <a:pt x="82247" y="1881"/>
                </a:cubicBezTo>
                <a:lnTo>
                  <a:pt x="101661" y="21295"/>
                </a:lnTo>
                <a:cubicBezTo>
                  <a:pt x="104189" y="23823"/>
                  <a:pt x="104189" y="27928"/>
                  <a:pt x="101661" y="30456"/>
                </a:cubicBezTo>
                <a:close/>
                <a:moveTo>
                  <a:pt x="21295" y="101640"/>
                </a:moveTo>
                <a:lnTo>
                  <a:pt x="1881" y="82226"/>
                </a:lnTo>
                <a:cubicBezTo>
                  <a:pt x="-647" y="79699"/>
                  <a:pt x="-647" y="75593"/>
                  <a:pt x="1881" y="73065"/>
                </a:cubicBezTo>
                <a:lnTo>
                  <a:pt x="21295" y="53651"/>
                </a:lnTo>
                <a:cubicBezTo>
                  <a:pt x="23155" y="51791"/>
                  <a:pt x="25926" y="51245"/>
                  <a:pt x="28353" y="52256"/>
                </a:cubicBezTo>
                <a:cubicBezTo>
                  <a:pt x="30779" y="53267"/>
                  <a:pt x="32357" y="55633"/>
                  <a:pt x="32357" y="58242"/>
                </a:cubicBezTo>
                <a:lnTo>
                  <a:pt x="32357" y="71185"/>
                </a:lnTo>
                <a:lnTo>
                  <a:pt x="97070" y="71185"/>
                </a:lnTo>
                <a:cubicBezTo>
                  <a:pt x="100650" y="71185"/>
                  <a:pt x="103541" y="74077"/>
                  <a:pt x="103541" y="77656"/>
                </a:cubicBezTo>
                <a:cubicBezTo>
                  <a:pt x="103541" y="81236"/>
                  <a:pt x="100650" y="84127"/>
                  <a:pt x="97070" y="84127"/>
                </a:cubicBezTo>
                <a:lnTo>
                  <a:pt x="32357" y="84127"/>
                </a:lnTo>
                <a:lnTo>
                  <a:pt x="32357" y="97070"/>
                </a:lnTo>
                <a:cubicBezTo>
                  <a:pt x="32357" y="99679"/>
                  <a:pt x="30779" y="102045"/>
                  <a:pt x="28353" y="103056"/>
                </a:cubicBezTo>
                <a:cubicBezTo>
                  <a:pt x="25926" y="104067"/>
                  <a:pt x="23155" y="103501"/>
                  <a:pt x="21295" y="10166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8204577" y="5608602"/>
            <a:ext cx="578106" cy="13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607348" y="1397810"/>
            <a:ext cx="2241671" cy="4476440"/>
          </a:xfrm>
          <a:custGeom>
            <a:avLst/>
            <a:gdLst/>
            <a:ahLst/>
            <a:cxnLst/>
            <a:rect l="l" t="t" r="r" b="b"/>
            <a:pathLst>
              <a:path w="2241671" h="4476440">
                <a:moveTo>
                  <a:pt x="138065" y="0"/>
                </a:moveTo>
                <a:lnTo>
                  <a:pt x="2103607" y="0"/>
                </a:lnTo>
                <a:cubicBezTo>
                  <a:pt x="2179858" y="0"/>
                  <a:pt x="2241671" y="61814"/>
                  <a:pt x="2241671" y="138065"/>
                </a:cubicBezTo>
                <a:lnTo>
                  <a:pt x="2241671" y="4338375"/>
                </a:lnTo>
                <a:cubicBezTo>
                  <a:pt x="2241671" y="4414626"/>
                  <a:pt x="2179858" y="4476440"/>
                  <a:pt x="2103607" y="4476440"/>
                </a:cubicBezTo>
                <a:lnTo>
                  <a:pt x="138065" y="4476440"/>
                </a:lnTo>
                <a:cubicBezTo>
                  <a:pt x="61814" y="4476440"/>
                  <a:pt x="0" y="4414626"/>
                  <a:pt x="0" y="4338375"/>
                </a:cubicBezTo>
                <a:lnTo>
                  <a:pt x="0" y="138065"/>
                </a:lnTo>
                <a:cubicBezTo>
                  <a:pt x="0" y="61865"/>
                  <a:pt x="61865" y="0"/>
                  <a:pt x="138065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5400000" scaled="1"/>
          </a:gradFill>
          <a:ln w="10160">
            <a:solidFill>
              <a:srgbClr val="8B5CF6">
                <a:alpha val="5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526494" y="1511704"/>
            <a:ext cx="402086" cy="402086"/>
          </a:xfrm>
          <a:custGeom>
            <a:avLst/>
            <a:gdLst/>
            <a:ahLst/>
            <a:cxnLst/>
            <a:rect l="l" t="t" r="r" b="b"/>
            <a:pathLst>
              <a:path w="402086" h="402086">
                <a:moveTo>
                  <a:pt x="201043" y="0"/>
                </a:moveTo>
                <a:lnTo>
                  <a:pt x="201043" y="0"/>
                </a:lnTo>
                <a:cubicBezTo>
                  <a:pt x="312001" y="0"/>
                  <a:pt x="402086" y="90084"/>
                  <a:pt x="402086" y="201043"/>
                </a:cubicBezTo>
                <a:lnTo>
                  <a:pt x="402086" y="201043"/>
                </a:lnTo>
                <a:cubicBezTo>
                  <a:pt x="402086" y="312001"/>
                  <a:pt x="312001" y="402086"/>
                  <a:pt x="201043" y="402086"/>
                </a:cubicBezTo>
                <a:lnTo>
                  <a:pt x="201043" y="402086"/>
                </a:lnTo>
                <a:cubicBezTo>
                  <a:pt x="90084" y="402086"/>
                  <a:pt x="0" y="312001"/>
                  <a:pt x="0" y="201043"/>
                </a:cubicBezTo>
                <a:lnTo>
                  <a:pt x="0" y="201043"/>
                </a:lnTo>
                <a:cubicBezTo>
                  <a:pt x="0" y="90084"/>
                  <a:pt x="90084" y="0"/>
                  <a:pt x="201043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 w="2032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78355" y="1591085"/>
            <a:ext cx="181197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631761" y="3127598"/>
            <a:ext cx="194140" cy="258854"/>
          </a:xfrm>
          <a:custGeom>
            <a:avLst/>
            <a:gdLst/>
            <a:ahLst/>
            <a:cxnLst/>
            <a:rect l="l" t="t" r="r" b="b"/>
            <a:pathLst>
              <a:path w="194140" h="258854">
                <a:moveTo>
                  <a:pt x="8089" y="32357"/>
                </a:moveTo>
                <a:cubicBezTo>
                  <a:pt x="8089" y="14510"/>
                  <a:pt x="22599" y="0"/>
                  <a:pt x="40446" y="0"/>
                </a:cubicBezTo>
                <a:lnTo>
                  <a:pt x="153694" y="0"/>
                </a:lnTo>
                <a:cubicBezTo>
                  <a:pt x="171541" y="0"/>
                  <a:pt x="186051" y="14510"/>
                  <a:pt x="186051" y="32357"/>
                </a:cubicBezTo>
                <a:lnTo>
                  <a:pt x="186051" y="226497"/>
                </a:lnTo>
                <a:cubicBezTo>
                  <a:pt x="186051" y="244344"/>
                  <a:pt x="171541" y="258854"/>
                  <a:pt x="153694" y="258854"/>
                </a:cubicBezTo>
                <a:lnTo>
                  <a:pt x="40446" y="258854"/>
                </a:lnTo>
                <a:cubicBezTo>
                  <a:pt x="22599" y="258854"/>
                  <a:pt x="8089" y="244344"/>
                  <a:pt x="8089" y="226497"/>
                </a:cubicBezTo>
                <a:lnTo>
                  <a:pt x="8089" y="32357"/>
                </a:lnTo>
                <a:close/>
                <a:moveTo>
                  <a:pt x="40446" y="32357"/>
                </a:moveTo>
                <a:lnTo>
                  <a:pt x="40446" y="186051"/>
                </a:lnTo>
                <a:lnTo>
                  <a:pt x="153694" y="186051"/>
                </a:lnTo>
                <a:lnTo>
                  <a:pt x="153694" y="32357"/>
                </a:lnTo>
                <a:lnTo>
                  <a:pt x="40446" y="32357"/>
                </a:lnTo>
                <a:close/>
                <a:moveTo>
                  <a:pt x="97070" y="238631"/>
                </a:moveTo>
                <a:cubicBezTo>
                  <a:pt x="106019" y="238631"/>
                  <a:pt x="113248" y="231401"/>
                  <a:pt x="113248" y="222452"/>
                </a:cubicBezTo>
                <a:cubicBezTo>
                  <a:pt x="113248" y="213504"/>
                  <a:pt x="106019" y="206274"/>
                  <a:pt x="97070" y="206274"/>
                </a:cubicBezTo>
                <a:cubicBezTo>
                  <a:pt x="88121" y="206274"/>
                  <a:pt x="80892" y="213504"/>
                  <a:pt x="80892" y="222452"/>
                </a:cubicBezTo>
                <a:cubicBezTo>
                  <a:pt x="80892" y="231401"/>
                  <a:pt x="88121" y="238631"/>
                  <a:pt x="97070" y="238631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10078677" y="3489993"/>
            <a:ext cx="1294268" cy="20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User Sees Live Data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684141" y="3766104"/>
            <a:ext cx="2088085" cy="586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95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sees updated temperature, humidity, and AQI instantly on their device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372584" y="5625749"/>
            <a:ext cx="116484" cy="103541"/>
          </a:xfrm>
          <a:custGeom>
            <a:avLst/>
            <a:gdLst/>
            <a:ahLst/>
            <a:cxnLst/>
            <a:rect l="l" t="t" r="r" b="b"/>
            <a:pathLst>
              <a:path w="116484" h="103541">
                <a:moveTo>
                  <a:pt x="58242" y="6471"/>
                </a:moveTo>
                <a:cubicBezTo>
                  <a:pt x="41902" y="6471"/>
                  <a:pt x="28818" y="13913"/>
                  <a:pt x="19293" y="22771"/>
                </a:cubicBezTo>
                <a:cubicBezTo>
                  <a:pt x="9828" y="31568"/>
                  <a:pt x="3499" y="42064"/>
                  <a:pt x="485" y="49283"/>
                </a:cubicBezTo>
                <a:cubicBezTo>
                  <a:pt x="-182" y="50881"/>
                  <a:pt x="-182" y="52661"/>
                  <a:pt x="485" y="54258"/>
                </a:cubicBezTo>
                <a:cubicBezTo>
                  <a:pt x="3499" y="61478"/>
                  <a:pt x="9828" y="71994"/>
                  <a:pt x="19293" y="80770"/>
                </a:cubicBezTo>
                <a:cubicBezTo>
                  <a:pt x="28818" y="89608"/>
                  <a:pt x="41902" y="97070"/>
                  <a:pt x="58242" y="97070"/>
                </a:cubicBezTo>
                <a:cubicBezTo>
                  <a:pt x="74582" y="97070"/>
                  <a:pt x="87666" y="89628"/>
                  <a:pt x="97191" y="80770"/>
                </a:cubicBezTo>
                <a:cubicBezTo>
                  <a:pt x="106656" y="71973"/>
                  <a:pt x="112986" y="61478"/>
                  <a:pt x="115999" y="54258"/>
                </a:cubicBezTo>
                <a:cubicBezTo>
                  <a:pt x="116666" y="52661"/>
                  <a:pt x="116666" y="50881"/>
                  <a:pt x="115999" y="49283"/>
                </a:cubicBezTo>
                <a:cubicBezTo>
                  <a:pt x="112986" y="42064"/>
                  <a:pt x="106656" y="31548"/>
                  <a:pt x="97191" y="22771"/>
                </a:cubicBezTo>
                <a:cubicBezTo>
                  <a:pt x="87666" y="13934"/>
                  <a:pt x="74582" y="6471"/>
                  <a:pt x="58242" y="6471"/>
                </a:cubicBezTo>
                <a:close/>
                <a:moveTo>
                  <a:pt x="29121" y="51771"/>
                </a:moveTo>
                <a:cubicBezTo>
                  <a:pt x="29121" y="35698"/>
                  <a:pt x="42170" y="22650"/>
                  <a:pt x="58242" y="22650"/>
                </a:cubicBezTo>
                <a:cubicBezTo>
                  <a:pt x="74314" y="22650"/>
                  <a:pt x="87363" y="35698"/>
                  <a:pt x="87363" y="51771"/>
                </a:cubicBezTo>
                <a:cubicBezTo>
                  <a:pt x="87363" y="67843"/>
                  <a:pt x="74314" y="80892"/>
                  <a:pt x="58242" y="80892"/>
                </a:cubicBezTo>
                <a:cubicBezTo>
                  <a:pt x="42170" y="80892"/>
                  <a:pt x="29121" y="67843"/>
                  <a:pt x="29121" y="51771"/>
                </a:cubicBezTo>
                <a:close/>
                <a:moveTo>
                  <a:pt x="58242" y="38828"/>
                </a:moveTo>
                <a:cubicBezTo>
                  <a:pt x="58242" y="45967"/>
                  <a:pt x="52438" y="51771"/>
                  <a:pt x="45299" y="51771"/>
                </a:cubicBezTo>
                <a:cubicBezTo>
                  <a:pt x="42974" y="51771"/>
                  <a:pt x="40790" y="51164"/>
                  <a:pt x="38889" y="50072"/>
                </a:cubicBezTo>
                <a:cubicBezTo>
                  <a:pt x="38686" y="52276"/>
                  <a:pt x="38868" y="54541"/>
                  <a:pt x="39475" y="56786"/>
                </a:cubicBezTo>
                <a:cubicBezTo>
                  <a:pt x="42246" y="67140"/>
                  <a:pt x="52903" y="73288"/>
                  <a:pt x="63257" y="70517"/>
                </a:cubicBezTo>
                <a:cubicBezTo>
                  <a:pt x="73611" y="67747"/>
                  <a:pt x="79759" y="57089"/>
                  <a:pt x="76989" y="46735"/>
                </a:cubicBezTo>
                <a:cubicBezTo>
                  <a:pt x="74521" y="37493"/>
                  <a:pt x="65765" y="31608"/>
                  <a:pt x="56543" y="32417"/>
                </a:cubicBezTo>
                <a:cubicBezTo>
                  <a:pt x="57615" y="34298"/>
                  <a:pt x="58242" y="36482"/>
                  <a:pt x="58242" y="38828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10504168" y="5608602"/>
            <a:ext cx="612620" cy="138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5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View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48589" y="5953631"/>
            <a:ext cx="11499998" cy="559124"/>
          </a:xfrm>
          <a:custGeom>
            <a:avLst/>
            <a:gdLst/>
            <a:ahLst/>
            <a:cxnLst/>
            <a:rect l="l" t="t" r="r" b="b"/>
            <a:pathLst>
              <a:path w="11499998" h="559124">
                <a:moveTo>
                  <a:pt x="103544" y="0"/>
                </a:moveTo>
                <a:lnTo>
                  <a:pt x="11396454" y="0"/>
                </a:lnTo>
                <a:cubicBezTo>
                  <a:pt x="11453640" y="0"/>
                  <a:pt x="11499998" y="46358"/>
                  <a:pt x="11499998" y="103544"/>
                </a:cubicBezTo>
                <a:lnTo>
                  <a:pt x="11499998" y="455579"/>
                </a:lnTo>
                <a:cubicBezTo>
                  <a:pt x="11499998" y="512727"/>
                  <a:pt x="11453602" y="559124"/>
                  <a:pt x="11396454" y="559124"/>
                </a:cubicBezTo>
                <a:lnTo>
                  <a:pt x="103544" y="559124"/>
                </a:lnTo>
                <a:cubicBezTo>
                  <a:pt x="46358" y="559124"/>
                  <a:pt x="0" y="512765"/>
                  <a:pt x="0" y="455579"/>
                </a:cubicBezTo>
                <a:lnTo>
                  <a:pt x="0" y="103544"/>
                </a:lnTo>
                <a:cubicBezTo>
                  <a:pt x="0" y="46397"/>
                  <a:pt x="46397" y="0"/>
                  <a:pt x="103544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50000">
                <a:srgbClr val="06B6D4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10918" y="6129650"/>
            <a:ext cx="207083" cy="207083"/>
          </a:xfrm>
          <a:custGeom>
            <a:avLst/>
            <a:gdLst/>
            <a:ahLst/>
            <a:cxnLst/>
            <a:rect l="l" t="t" r="r" b="b"/>
            <a:pathLst>
              <a:path w="207083" h="207083">
                <a:moveTo>
                  <a:pt x="0" y="103541"/>
                </a:moveTo>
                <a:cubicBezTo>
                  <a:pt x="0" y="46395"/>
                  <a:pt x="46395" y="0"/>
                  <a:pt x="103541" y="0"/>
                </a:cubicBezTo>
                <a:cubicBezTo>
                  <a:pt x="160687" y="0"/>
                  <a:pt x="207083" y="46395"/>
                  <a:pt x="207083" y="103541"/>
                </a:cubicBezTo>
                <a:cubicBezTo>
                  <a:pt x="207083" y="160687"/>
                  <a:pt x="160687" y="207083"/>
                  <a:pt x="103541" y="207083"/>
                </a:cubicBezTo>
                <a:cubicBezTo>
                  <a:pt x="46395" y="207083"/>
                  <a:pt x="0" y="160687"/>
                  <a:pt x="0" y="103541"/>
                </a:cubicBezTo>
                <a:close/>
                <a:moveTo>
                  <a:pt x="116484" y="38828"/>
                </a:moveTo>
                <a:cubicBezTo>
                  <a:pt x="116484" y="31685"/>
                  <a:pt x="110685" y="25885"/>
                  <a:pt x="103541" y="25885"/>
                </a:cubicBezTo>
                <a:cubicBezTo>
                  <a:pt x="96398" y="25885"/>
                  <a:pt x="90599" y="31685"/>
                  <a:pt x="90599" y="38828"/>
                </a:cubicBezTo>
                <a:cubicBezTo>
                  <a:pt x="90599" y="45971"/>
                  <a:pt x="96398" y="51771"/>
                  <a:pt x="103541" y="51771"/>
                </a:cubicBezTo>
                <a:cubicBezTo>
                  <a:pt x="110685" y="51771"/>
                  <a:pt x="116484" y="45971"/>
                  <a:pt x="116484" y="38828"/>
                </a:cubicBezTo>
                <a:close/>
                <a:moveTo>
                  <a:pt x="103541" y="168255"/>
                </a:moveTo>
                <a:cubicBezTo>
                  <a:pt x="117819" y="168255"/>
                  <a:pt x="129427" y="156647"/>
                  <a:pt x="129427" y="142369"/>
                </a:cubicBezTo>
                <a:cubicBezTo>
                  <a:pt x="129427" y="135817"/>
                  <a:pt x="127000" y="129791"/>
                  <a:pt x="122955" y="125261"/>
                </a:cubicBezTo>
                <a:lnTo>
                  <a:pt x="151065" y="69082"/>
                </a:lnTo>
                <a:cubicBezTo>
                  <a:pt x="153452" y="64268"/>
                  <a:pt x="151510" y="58444"/>
                  <a:pt x="146738" y="56058"/>
                </a:cubicBezTo>
                <a:cubicBezTo>
                  <a:pt x="141965" y="53672"/>
                  <a:pt x="136100" y="55613"/>
                  <a:pt x="133714" y="60386"/>
                </a:cubicBezTo>
                <a:lnTo>
                  <a:pt x="105604" y="116565"/>
                </a:lnTo>
                <a:cubicBezTo>
                  <a:pt x="104917" y="116525"/>
                  <a:pt x="104229" y="116484"/>
                  <a:pt x="103541" y="116484"/>
                </a:cubicBezTo>
                <a:cubicBezTo>
                  <a:pt x="89264" y="116484"/>
                  <a:pt x="77656" y="128092"/>
                  <a:pt x="77656" y="142369"/>
                </a:cubicBezTo>
                <a:cubicBezTo>
                  <a:pt x="77656" y="156647"/>
                  <a:pt x="89264" y="168255"/>
                  <a:pt x="103541" y="168255"/>
                </a:cubicBezTo>
                <a:close/>
                <a:moveTo>
                  <a:pt x="71185" y="58242"/>
                </a:moveTo>
                <a:cubicBezTo>
                  <a:pt x="71185" y="51099"/>
                  <a:pt x="65385" y="45299"/>
                  <a:pt x="58242" y="45299"/>
                </a:cubicBezTo>
                <a:cubicBezTo>
                  <a:pt x="51099" y="45299"/>
                  <a:pt x="45299" y="51099"/>
                  <a:pt x="45299" y="58242"/>
                </a:cubicBezTo>
                <a:cubicBezTo>
                  <a:pt x="45299" y="65385"/>
                  <a:pt x="51099" y="71185"/>
                  <a:pt x="58242" y="71185"/>
                </a:cubicBezTo>
                <a:cubicBezTo>
                  <a:pt x="65385" y="71185"/>
                  <a:pt x="71185" y="65385"/>
                  <a:pt x="71185" y="58242"/>
                </a:cubicBezTo>
                <a:close/>
                <a:moveTo>
                  <a:pt x="38828" y="116484"/>
                </a:moveTo>
                <a:cubicBezTo>
                  <a:pt x="45971" y="116484"/>
                  <a:pt x="51771" y="110685"/>
                  <a:pt x="51771" y="103541"/>
                </a:cubicBezTo>
                <a:cubicBezTo>
                  <a:pt x="51771" y="96398"/>
                  <a:pt x="45971" y="90599"/>
                  <a:pt x="38828" y="90599"/>
                </a:cubicBezTo>
                <a:cubicBezTo>
                  <a:pt x="31685" y="90599"/>
                  <a:pt x="25885" y="96398"/>
                  <a:pt x="25885" y="103541"/>
                </a:cubicBezTo>
                <a:cubicBezTo>
                  <a:pt x="25885" y="110685"/>
                  <a:pt x="31685" y="116484"/>
                  <a:pt x="38828" y="116484"/>
                </a:cubicBezTo>
                <a:close/>
                <a:moveTo>
                  <a:pt x="181197" y="103541"/>
                </a:moveTo>
                <a:cubicBezTo>
                  <a:pt x="181197" y="96398"/>
                  <a:pt x="175398" y="90599"/>
                  <a:pt x="168255" y="90599"/>
                </a:cubicBezTo>
                <a:cubicBezTo>
                  <a:pt x="161112" y="90599"/>
                  <a:pt x="155312" y="96398"/>
                  <a:pt x="155312" y="103541"/>
                </a:cubicBezTo>
                <a:cubicBezTo>
                  <a:pt x="155312" y="110685"/>
                  <a:pt x="161112" y="116484"/>
                  <a:pt x="168255" y="116484"/>
                </a:cubicBezTo>
                <a:cubicBezTo>
                  <a:pt x="175398" y="116484"/>
                  <a:pt x="181197" y="110685"/>
                  <a:pt x="181197" y="1035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5081942" y="6026109"/>
            <a:ext cx="2105342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Total Latency: &lt; 2 Seconds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081942" y="6267705"/>
            <a:ext cx="2088085" cy="17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sensor read to dashboard update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276804" y="6129650"/>
            <a:ext cx="207083" cy="207083"/>
          </a:xfrm>
          <a:custGeom>
            <a:avLst/>
            <a:gdLst/>
            <a:ahLst/>
            <a:cxnLst/>
            <a:rect l="l" t="t" r="r" b="b"/>
            <a:pathLst>
              <a:path w="207083" h="207083">
                <a:moveTo>
                  <a:pt x="103541" y="207083"/>
                </a:moveTo>
                <a:cubicBezTo>
                  <a:pt x="160687" y="207083"/>
                  <a:pt x="207083" y="160687"/>
                  <a:pt x="207083" y="103541"/>
                </a:cubicBezTo>
                <a:cubicBezTo>
                  <a:pt x="207083" y="46395"/>
                  <a:pt x="160687" y="0"/>
                  <a:pt x="103541" y="0"/>
                </a:cubicBezTo>
                <a:cubicBezTo>
                  <a:pt x="46395" y="0"/>
                  <a:pt x="0" y="46395"/>
                  <a:pt x="0" y="103541"/>
                </a:cubicBezTo>
                <a:cubicBezTo>
                  <a:pt x="0" y="160687"/>
                  <a:pt x="46395" y="207083"/>
                  <a:pt x="103541" y="207083"/>
                </a:cubicBezTo>
                <a:close/>
                <a:moveTo>
                  <a:pt x="137678" y="86028"/>
                </a:moveTo>
                <a:lnTo>
                  <a:pt x="105321" y="137799"/>
                </a:lnTo>
                <a:cubicBezTo>
                  <a:pt x="103622" y="140509"/>
                  <a:pt x="100710" y="142208"/>
                  <a:pt x="97515" y="142369"/>
                </a:cubicBezTo>
                <a:cubicBezTo>
                  <a:pt x="94320" y="142531"/>
                  <a:pt x="91246" y="141075"/>
                  <a:pt x="89345" y="138487"/>
                </a:cubicBezTo>
                <a:lnTo>
                  <a:pt x="69931" y="112601"/>
                </a:lnTo>
                <a:cubicBezTo>
                  <a:pt x="66695" y="108314"/>
                  <a:pt x="67585" y="102247"/>
                  <a:pt x="71872" y="99011"/>
                </a:cubicBezTo>
                <a:cubicBezTo>
                  <a:pt x="76160" y="95776"/>
                  <a:pt x="82226" y="96666"/>
                  <a:pt x="85462" y="100953"/>
                </a:cubicBezTo>
                <a:lnTo>
                  <a:pt x="96382" y="115513"/>
                </a:lnTo>
                <a:lnTo>
                  <a:pt x="121216" y="75755"/>
                </a:lnTo>
                <a:cubicBezTo>
                  <a:pt x="124047" y="71225"/>
                  <a:pt x="130033" y="69810"/>
                  <a:pt x="134604" y="72681"/>
                </a:cubicBezTo>
                <a:cubicBezTo>
                  <a:pt x="139174" y="75553"/>
                  <a:pt x="140549" y="81498"/>
                  <a:pt x="137678" y="86069"/>
                </a:cubicBezTo>
                <a:close/>
              </a:path>
            </a:pathLst>
          </a:custGeom>
          <a:solidFill>
            <a:srgbClr val="10B981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529" y="342529"/>
            <a:ext cx="1507467" cy="278093"/>
          </a:xfrm>
          <a:custGeom>
            <a:avLst/>
            <a:gdLst/>
            <a:ahLst/>
            <a:cxnLst/>
            <a:rect l="l" t="t" r="r" b="b"/>
            <a:pathLst>
              <a:path w="1507467" h="278093">
                <a:moveTo>
                  <a:pt x="139046" y="0"/>
                </a:moveTo>
                <a:lnTo>
                  <a:pt x="1368421" y="0"/>
                </a:lnTo>
                <a:cubicBezTo>
                  <a:pt x="1445214" y="0"/>
                  <a:pt x="1507467" y="62253"/>
                  <a:pt x="1507467" y="139046"/>
                </a:cubicBezTo>
                <a:lnTo>
                  <a:pt x="1507467" y="139046"/>
                </a:lnTo>
                <a:cubicBezTo>
                  <a:pt x="1507467" y="215840"/>
                  <a:pt x="1445214" y="278093"/>
                  <a:pt x="1368421" y="278093"/>
                </a:cubicBezTo>
                <a:lnTo>
                  <a:pt x="139046" y="278093"/>
                </a:lnTo>
                <a:cubicBezTo>
                  <a:pt x="62253" y="278093"/>
                  <a:pt x="0" y="215840"/>
                  <a:pt x="0" y="139046"/>
                </a:cubicBezTo>
                <a:lnTo>
                  <a:pt x="0" y="139046"/>
                </a:lnTo>
                <a:cubicBezTo>
                  <a:pt x="0" y="62253"/>
                  <a:pt x="62253" y="0"/>
                  <a:pt x="139046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 w="10160">
            <a:solidFill>
              <a:srgbClr val="8B5CF6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1576" y="420532"/>
            <a:ext cx="1288193" cy="135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spc="47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9138" y="725755"/>
            <a:ext cx="11717207" cy="406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4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Production-Grade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2529" y="1271767"/>
            <a:ext cx="5687339" cy="2830104"/>
          </a:xfrm>
          <a:custGeom>
            <a:avLst/>
            <a:gdLst/>
            <a:ahLst/>
            <a:cxnLst/>
            <a:rect l="l" t="t" r="r" b="b"/>
            <a:pathLst>
              <a:path w="5687339" h="2830104">
                <a:moveTo>
                  <a:pt x="135647" y="0"/>
                </a:moveTo>
                <a:lnTo>
                  <a:pt x="5551692" y="0"/>
                </a:lnTo>
                <a:cubicBezTo>
                  <a:pt x="5626608" y="0"/>
                  <a:pt x="5687339" y="60731"/>
                  <a:pt x="5687339" y="135647"/>
                </a:cubicBezTo>
                <a:lnTo>
                  <a:pt x="5687339" y="2694457"/>
                </a:lnTo>
                <a:cubicBezTo>
                  <a:pt x="5687339" y="2769373"/>
                  <a:pt x="5626608" y="2830104"/>
                  <a:pt x="5551692" y="2830104"/>
                </a:cubicBezTo>
                <a:lnTo>
                  <a:pt x="135647" y="2830104"/>
                </a:lnTo>
                <a:cubicBezTo>
                  <a:pt x="60731" y="2830104"/>
                  <a:pt x="0" y="2769373"/>
                  <a:pt x="0" y="2694457"/>
                </a:cubicBezTo>
                <a:lnTo>
                  <a:pt x="0" y="135647"/>
                </a:lnTo>
                <a:cubicBezTo>
                  <a:pt x="0" y="60731"/>
                  <a:pt x="60731" y="0"/>
                  <a:pt x="135647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1576" y="1410812"/>
            <a:ext cx="406965" cy="406965"/>
          </a:xfrm>
          <a:custGeom>
            <a:avLst/>
            <a:gdLst/>
            <a:ahLst/>
            <a:cxnLst/>
            <a:rect l="l" t="t" r="r" b="b"/>
            <a:pathLst>
              <a:path w="406965" h="406965">
                <a:moveTo>
                  <a:pt x="101741" y="0"/>
                </a:moveTo>
                <a:lnTo>
                  <a:pt x="305224" y="0"/>
                </a:lnTo>
                <a:cubicBezTo>
                  <a:pt x="361414" y="0"/>
                  <a:pt x="406965" y="45551"/>
                  <a:pt x="406965" y="101741"/>
                </a:cubicBezTo>
                <a:lnTo>
                  <a:pt x="406965" y="305224"/>
                </a:lnTo>
                <a:cubicBezTo>
                  <a:pt x="406965" y="361414"/>
                  <a:pt x="361414" y="406965"/>
                  <a:pt x="305224" y="406965"/>
                </a:cubicBezTo>
                <a:lnTo>
                  <a:pt x="101741" y="406965"/>
                </a:lnTo>
                <a:cubicBezTo>
                  <a:pt x="45551" y="406965"/>
                  <a:pt x="0" y="361414"/>
                  <a:pt x="0" y="305224"/>
                </a:cubicBezTo>
                <a:lnTo>
                  <a:pt x="0" y="101741"/>
                </a:lnTo>
                <a:cubicBezTo>
                  <a:pt x="0" y="45551"/>
                  <a:pt x="45551" y="0"/>
                  <a:pt x="101741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6035" y="1512553"/>
            <a:ext cx="178047" cy="203483"/>
          </a:xfrm>
          <a:custGeom>
            <a:avLst/>
            <a:gdLst/>
            <a:ahLst/>
            <a:cxnLst/>
            <a:rect l="l" t="t" r="r" b="b"/>
            <a:pathLst>
              <a:path w="178047" h="203483">
                <a:moveTo>
                  <a:pt x="25435" y="12718"/>
                </a:moveTo>
                <a:cubicBezTo>
                  <a:pt x="11406" y="12718"/>
                  <a:pt x="0" y="24124"/>
                  <a:pt x="0" y="38153"/>
                </a:cubicBezTo>
                <a:lnTo>
                  <a:pt x="0" y="63588"/>
                </a:lnTo>
                <a:cubicBezTo>
                  <a:pt x="0" y="77617"/>
                  <a:pt x="11406" y="89024"/>
                  <a:pt x="25435" y="89024"/>
                </a:cubicBezTo>
                <a:lnTo>
                  <a:pt x="152612" y="89024"/>
                </a:lnTo>
                <a:cubicBezTo>
                  <a:pt x="166641" y="89024"/>
                  <a:pt x="178047" y="77617"/>
                  <a:pt x="178047" y="63588"/>
                </a:cubicBezTo>
                <a:lnTo>
                  <a:pt x="178047" y="38153"/>
                </a:lnTo>
                <a:cubicBezTo>
                  <a:pt x="178047" y="24124"/>
                  <a:pt x="166641" y="12718"/>
                  <a:pt x="152612" y="12718"/>
                </a:cubicBezTo>
                <a:lnTo>
                  <a:pt x="25435" y="12718"/>
                </a:lnTo>
                <a:close/>
                <a:moveTo>
                  <a:pt x="111280" y="41332"/>
                </a:moveTo>
                <a:cubicBezTo>
                  <a:pt x="116544" y="41332"/>
                  <a:pt x="120818" y="45606"/>
                  <a:pt x="120818" y="50871"/>
                </a:cubicBezTo>
                <a:cubicBezTo>
                  <a:pt x="120818" y="56135"/>
                  <a:pt x="116544" y="60409"/>
                  <a:pt x="111280" y="60409"/>
                </a:cubicBezTo>
                <a:cubicBezTo>
                  <a:pt x="106015" y="60409"/>
                  <a:pt x="101741" y="56135"/>
                  <a:pt x="101741" y="50871"/>
                </a:cubicBezTo>
                <a:cubicBezTo>
                  <a:pt x="101741" y="45606"/>
                  <a:pt x="106015" y="41332"/>
                  <a:pt x="111280" y="41332"/>
                </a:cubicBezTo>
                <a:close/>
                <a:moveTo>
                  <a:pt x="133535" y="50871"/>
                </a:moveTo>
                <a:cubicBezTo>
                  <a:pt x="133535" y="45606"/>
                  <a:pt x="137809" y="41332"/>
                  <a:pt x="143074" y="41332"/>
                </a:cubicBezTo>
                <a:cubicBezTo>
                  <a:pt x="148338" y="41332"/>
                  <a:pt x="152612" y="45606"/>
                  <a:pt x="152612" y="50871"/>
                </a:cubicBezTo>
                <a:cubicBezTo>
                  <a:pt x="152612" y="56135"/>
                  <a:pt x="148338" y="60409"/>
                  <a:pt x="143074" y="60409"/>
                </a:cubicBezTo>
                <a:cubicBezTo>
                  <a:pt x="137809" y="60409"/>
                  <a:pt x="133535" y="56135"/>
                  <a:pt x="133535" y="50871"/>
                </a:cubicBezTo>
                <a:close/>
                <a:moveTo>
                  <a:pt x="25435" y="114459"/>
                </a:moveTo>
                <a:cubicBezTo>
                  <a:pt x="11406" y="114459"/>
                  <a:pt x="0" y="125865"/>
                  <a:pt x="0" y="139894"/>
                </a:cubicBezTo>
                <a:lnTo>
                  <a:pt x="0" y="165330"/>
                </a:lnTo>
                <a:cubicBezTo>
                  <a:pt x="0" y="179359"/>
                  <a:pt x="11406" y="190765"/>
                  <a:pt x="25435" y="190765"/>
                </a:cubicBezTo>
                <a:lnTo>
                  <a:pt x="152612" y="190765"/>
                </a:lnTo>
                <a:cubicBezTo>
                  <a:pt x="166641" y="190765"/>
                  <a:pt x="178047" y="179359"/>
                  <a:pt x="178047" y="165330"/>
                </a:cubicBezTo>
                <a:lnTo>
                  <a:pt x="178047" y="139894"/>
                </a:lnTo>
                <a:cubicBezTo>
                  <a:pt x="178047" y="125865"/>
                  <a:pt x="166641" y="114459"/>
                  <a:pt x="152612" y="114459"/>
                </a:cubicBezTo>
                <a:lnTo>
                  <a:pt x="25435" y="114459"/>
                </a:lnTo>
                <a:close/>
                <a:moveTo>
                  <a:pt x="111280" y="143074"/>
                </a:moveTo>
                <a:cubicBezTo>
                  <a:pt x="116544" y="143074"/>
                  <a:pt x="120818" y="147348"/>
                  <a:pt x="120818" y="152612"/>
                </a:cubicBezTo>
                <a:cubicBezTo>
                  <a:pt x="120818" y="157876"/>
                  <a:pt x="116544" y="162150"/>
                  <a:pt x="111280" y="162150"/>
                </a:cubicBezTo>
                <a:cubicBezTo>
                  <a:pt x="106015" y="162150"/>
                  <a:pt x="101741" y="157876"/>
                  <a:pt x="101741" y="152612"/>
                </a:cubicBezTo>
                <a:cubicBezTo>
                  <a:pt x="101741" y="147348"/>
                  <a:pt x="106015" y="143074"/>
                  <a:pt x="111280" y="143074"/>
                </a:cubicBezTo>
                <a:close/>
                <a:moveTo>
                  <a:pt x="133535" y="152612"/>
                </a:moveTo>
                <a:cubicBezTo>
                  <a:pt x="133535" y="147348"/>
                  <a:pt x="137809" y="143074"/>
                  <a:pt x="143074" y="143074"/>
                </a:cubicBezTo>
                <a:cubicBezTo>
                  <a:pt x="148338" y="143074"/>
                  <a:pt x="152612" y="147348"/>
                  <a:pt x="152612" y="152612"/>
                </a:cubicBezTo>
                <a:cubicBezTo>
                  <a:pt x="152612" y="157876"/>
                  <a:pt x="148338" y="162150"/>
                  <a:pt x="143074" y="162150"/>
                </a:cubicBezTo>
                <a:cubicBezTo>
                  <a:pt x="137809" y="162150"/>
                  <a:pt x="133535" y="157876"/>
                  <a:pt x="133535" y="15261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90282" y="1478640"/>
            <a:ext cx="915672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967" y="1956824"/>
            <a:ext cx="2660535" cy="617231"/>
          </a:xfrm>
          <a:custGeom>
            <a:avLst/>
            <a:gdLst/>
            <a:ahLst/>
            <a:cxnLst/>
            <a:rect l="l" t="t" r="r" b="b"/>
            <a:pathLst>
              <a:path w="2660535" h="617231">
                <a:moveTo>
                  <a:pt x="67827" y="0"/>
                </a:moveTo>
                <a:lnTo>
                  <a:pt x="2592708" y="0"/>
                </a:lnTo>
                <a:cubicBezTo>
                  <a:pt x="2630168" y="0"/>
                  <a:pt x="2660535" y="30367"/>
                  <a:pt x="2660535" y="67827"/>
                </a:cubicBezTo>
                <a:lnTo>
                  <a:pt x="2660535" y="549403"/>
                </a:lnTo>
                <a:cubicBezTo>
                  <a:pt x="2660535" y="586863"/>
                  <a:pt x="2630168" y="617231"/>
                  <a:pt x="2592708" y="617231"/>
                </a:cubicBezTo>
                <a:lnTo>
                  <a:pt x="67827" y="617231"/>
                </a:lnTo>
                <a:cubicBezTo>
                  <a:pt x="30392" y="617231"/>
                  <a:pt x="0" y="586838"/>
                  <a:pt x="0" y="549403"/>
                </a:cubicBezTo>
                <a:lnTo>
                  <a:pt x="0" y="67827"/>
                </a:lnTo>
                <a:cubicBezTo>
                  <a:pt x="0" y="30367"/>
                  <a:pt x="30367" y="0"/>
                  <a:pt x="6782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0100" y="2061959"/>
            <a:ext cx="2518097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0100" y="2299355"/>
            <a:ext cx="2509619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Web Framework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21384" y="1956824"/>
            <a:ext cx="2660535" cy="617231"/>
          </a:xfrm>
          <a:custGeom>
            <a:avLst/>
            <a:gdLst/>
            <a:ahLst/>
            <a:cxnLst/>
            <a:rect l="l" t="t" r="r" b="b"/>
            <a:pathLst>
              <a:path w="2660535" h="617231">
                <a:moveTo>
                  <a:pt x="67827" y="0"/>
                </a:moveTo>
                <a:lnTo>
                  <a:pt x="2592708" y="0"/>
                </a:lnTo>
                <a:cubicBezTo>
                  <a:pt x="2630168" y="0"/>
                  <a:pt x="2660535" y="30367"/>
                  <a:pt x="2660535" y="67827"/>
                </a:cubicBezTo>
                <a:lnTo>
                  <a:pt x="2660535" y="549403"/>
                </a:lnTo>
                <a:cubicBezTo>
                  <a:pt x="2660535" y="586863"/>
                  <a:pt x="2630168" y="617231"/>
                  <a:pt x="2592708" y="617231"/>
                </a:cubicBezTo>
                <a:lnTo>
                  <a:pt x="67827" y="617231"/>
                </a:lnTo>
                <a:cubicBezTo>
                  <a:pt x="30392" y="617231"/>
                  <a:pt x="0" y="586838"/>
                  <a:pt x="0" y="549403"/>
                </a:cubicBezTo>
                <a:lnTo>
                  <a:pt x="0" y="67827"/>
                </a:lnTo>
                <a:cubicBezTo>
                  <a:pt x="0" y="30367"/>
                  <a:pt x="30367" y="0"/>
                  <a:pt x="6782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6517" y="2061959"/>
            <a:ext cx="2518097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26517" y="2299355"/>
            <a:ext cx="2509619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Database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967" y="2648665"/>
            <a:ext cx="2660535" cy="617231"/>
          </a:xfrm>
          <a:custGeom>
            <a:avLst/>
            <a:gdLst/>
            <a:ahLst/>
            <a:cxnLst/>
            <a:rect l="l" t="t" r="r" b="b"/>
            <a:pathLst>
              <a:path w="2660535" h="617231">
                <a:moveTo>
                  <a:pt x="67827" y="0"/>
                </a:moveTo>
                <a:lnTo>
                  <a:pt x="2592708" y="0"/>
                </a:lnTo>
                <a:cubicBezTo>
                  <a:pt x="2630168" y="0"/>
                  <a:pt x="2660535" y="30367"/>
                  <a:pt x="2660535" y="67827"/>
                </a:cubicBezTo>
                <a:lnTo>
                  <a:pt x="2660535" y="549403"/>
                </a:lnTo>
                <a:cubicBezTo>
                  <a:pt x="2660535" y="586863"/>
                  <a:pt x="2630168" y="617231"/>
                  <a:pt x="2592708" y="617231"/>
                </a:cubicBezTo>
                <a:lnTo>
                  <a:pt x="67827" y="617231"/>
                </a:lnTo>
                <a:cubicBezTo>
                  <a:pt x="30392" y="617231"/>
                  <a:pt x="0" y="586838"/>
                  <a:pt x="0" y="549403"/>
                </a:cubicBezTo>
                <a:lnTo>
                  <a:pt x="0" y="67827"/>
                </a:lnTo>
                <a:cubicBezTo>
                  <a:pt x="0" y="30367"/>
                  <a:pt x="30367" y="0"/>
                  <a:pt x="6782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100" y="2753801"/>
            <a:ext cx="2518097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Mosquitto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0100" y="2991197"/>
            <a:ext cx="2509619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MQTT Broker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21384" y="2648665"/>
            <a:ext cx="2660535" cy="617231"/>
          </a:xfrm>
          <a:custGeom>
            <a:avLst/>
            <a:gdLst/>
            <a:ahLst/>
            <a:cxnLst/>
            <a:rect l="l" t="t" r="r" b="b"/>
            <a:pathLst>
              <a:path w="2660535" h="617231">
                <a:moveTo>
                  <a:pt x="67827" y="0"/>
                </a:moveTo>
                <a:lnTo>
                  <a:pt x="2592708" y="0"/>
                </a:lnTo>
                <a:cubicBezTo>
                  <a:pt x="2630168" y="0"/>
                  <a:pt x="2660535" y="30367"/>
                  <a:pt x="2660535" y="67827"/>
                </a:cubicBezTo>
                <a:lnTo>
                  <a:pt x="2660535" y="549403"/>
                </a:lnTo>
                <a:cubicBezTo>
                  <a:pt x="2660535" y="586863"/>
                  <a:pt x="2630168" y="617231"/>
                  <a:pt x="2592708" y="617231"/>
                </a:cubicBezTo>
                <a:lnTo>
                  <a:pt x="67827" y="617231"/>
                </a:lnTo>
                <a:cubicBezTo>
                  <a:pt x="30392" y="617231"/>
                  <a:pt x="0" y="586838"/>
                  <a:pt x="0" y="549403"/>
                </a:cubicBezTo>
                <a:lnTo>
                  <a:pt x="0" y="67827"/>
                </a:lnTo>
                <a:cubicBezTo>
                  <a:pt x="0" y="30367"/>
                  <a:pt x="30367" y="0"/>
                  <a:pt x="6782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6517" y="2753801"/>
            <a:ext cx="2518097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MediaMTX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26517" y="2991197"/>
            <a:ext cx="2509619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Streaming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967" y="3340507"/>
            <a:ext cx="5399072" cy="617231"/>
          </a:xfrm>
          <a:custGeom>
            <a:avLst/>
            <a:gdLst/>
            <a:ahLst/>
            <a:cxnLst/>
            <a:rect l="l" t="t" r="r" b="b"/>
            <a:pathLst>
              <a:path w="5399072" h="617231">
                <a:moveTo>
                  <a:pt x="67827" y="0"/>
                </a:moveTo>
                <a:lnTo>
                  <a:pt x="5331245" y="0"/>
                </a:lnTo>
                <a:cubicBezTo>
                  <a:pt x="5368705" y="0"/>
                  <a:pt x="5399072" y="30367"/>
                  <a:pt x="5399072" y="67827"/>
                </a:cubicBezTo>
                <a:lnTo>
                  <a:pt x="5399072" y="549403"/>
                </a:lnTo>
                <a:cubicBezTo>
                  <a:pt x="5399072" y="586863"/>
                  <a:pt x="5368705" y="617231"/>
                  <a:pt x="5331245" y="617231"/>
                </a:cubicBezTo>
                <a:lnTo>
                  <a:pt x="67827" y="617231"/>
                </a:lnTo>
                <a:cubicBezTo>
                  <a:pt x="30392" y="617231"/>
                  <a:pt x="0" y="586838"/>
                  <a:pt x="0" y="549403"/>
                </a:cubicBezTo>
                <a:lnTo>
                  <a:pt x="0" y="67827"/>
                </a:lnTo>
                <a:cubicBezTo>
                  <a:pt x="0" y="30367"/>
                  <a:pt x="30367" y="0"/>
                  <a:pt x="6782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0100" y="3445638"/>
            <a:ext cx="5256634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Nginx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0100" y="3683034"/>
            <a:ext cx="5248156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Reverse Proxy + SSL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68067" y="1271767"/>
            <a:ext cx="5687339" cy="2830104"/>
          </a:xfrm>
          <a:custGeom>
            <a:avLst/>
            <a:gdLst/>
            <a:ahLst/>
            <a:cxnLst/>
            <a:rect l="l" t="t" r="r" b="b"/>
            <a:pathLst>
              <a:path w="5687339" h="2830104">
                <a:moveTo>
                  <a:pt x="135647" y="0"/>
                </a:moveTo>
                <a:lnTo>
                  <a:pt x="5551692" y="0"/>
                </a:lnTo>
                <a:cubicBezTo>
                  <a:pt x="5626608" y="0"/>
                  <a:pt x="5687339" y="60731"/>
                  <a:pt x="5687339" y="135647"/>
                </a:cubicBezTo>
                <a:lnTo>
                  <a:pt x="5687339" y="2694457"/>
                </a:lnTo>
                <a:cubicBezTo>
                  <a:pt x="5687339" y="2769373"/>
                  <a:pt x="5626608" y="2830104"/>
                  <a:pt x="5551692" y="2830104"/>
                </a:cubicBezTo>
                <a:lnTo>
                  <a:pt x="135647" y="2830104"/>
                </a:lnTo>
                <a:cubicBezTo>
                  <a:pt x="60731" y="2830104"/>
                  <a:pt x="0" y="2769373"/>
                  <a:pt x="0" y="2694457"/>
                </a:cubicBezTo>
                <a:lnTo>
                  <a:pt x="0" y="135647"/>
                </a:lnTo>
                <a:cubicBezTo>
                  <a:pt x="0" y="60731"/>
                  <a:pt x="60731" y="0"/>
                  <a:pt x="135647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7113" y="1410812"/>
            <a:ext cx="406965" cy="406965"/>
          </a:xfrm>
          <a:custGeom>
            <a:avLst/>
            <a:gdLst/>
            <a:ahLst/>
            <a:cxnLst/>
            <a:rect l="l" t="t" r="r" b="b"/>
            <a:pathLst>
              <a:path w="406965" h="406965">
                <a:moveTo>
                  <a:pt x="101741" y="0"/>
                </a:moveTo>
                <a:lnTo>
                  <a:pt x="305224" y="0"/>
                </a:lnTo>
                <a:cubicBezTo>
                  <a:pt x="361414" y="0"/>
                  <a:pt x="406965" y="45551"/>
                  <a:pt x="406965" y="101741"/>
                </a:cubicBezTo>
                <a:lnTo>
                  <a:pt x="406965" y="305224"/>
                </a:lnTo>
                <a:cubicBezTo>
                  <a:pt x="406965" y="361414"/>
                  <a:pt x="361414" y="406965"/>
                  <a:pt x="305224" y="406965"/>
                </a:cubicBezTo>
                <a:lnTo>
                  <a:pt x="101741" y="406965"/>
                </a:lnTo>
                <a:cubicBezTo>
                  <a:pt x="45551" y="406965"/>
                  <a:pt x="0" y="361414"/>
                  <a:pt x="0" y="305224"/>
                </a:cubicBezTo>
                <a:lnTo>
                  <a:pt x="0" y="101741"/>
                </a:lnTo>
                <a:cubicBezTo>
                  <a:pt x="0" y="45551"/>
                  <a:pt x="45551" y="0"/>
                  <a:pt x="101741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408855" y="1512553"/>
            <a:ext cx="203483" cy="203483"/>
          </a:xfrm>
          <a:custGeom>
            <a:avLst/>
            <a:gdLst/>
            <a:ahLst/>
            <a:cxnLst/>
            <a:rect l="l" t="t" r="r" b="b"/>
            <a:pathLst>
              <a:path w="203483" h="203483">
                <a:moveTo>
                  <a:pt x="25435" y="12718"/>
                </a:moveTo>
                <a:cubicBezTo>
                  <a:pt x="11406" y="12718"/>
                  <a:pt x="0" y="24124"/>
                  <a:pt x="0" y="38153"/>
                </a:cubicBezTo>
                <a:lnTo>
                  <a:pt x="0" y="139894"/>
                </a:lnTo>
                <a:cubicBezTo>
                  <a:pt x="0" y="153923"/>
                  <a:pt x="11406" y="165330"/>
                  <a:pt x="25435" y="165330"/>
                </a:cubicBezTo>
                <a:lnTo>
                  <a:pt x="82665" y="165330"/>
                </a:lnTo>
                <a:lnTo>
                  <a:pt x="76306" y="184406"/>
                </a:lnTo>
                <a:lnTo>
                  <a:pt x="47691" y="184406"/>
                </a:lnTo>
                <a:cubicBezTo>
                  <a:pt x="42405" y="184406"/>
                  <a:pt x="38153" y="188659"/>
                  <a:pt x="38153" y="193944"/>
                </a:cubicBezTo>
                <a:cubicBezTo>
                  <a:pt x="38153" y="199230"/>
                  <a:pt x="42405" y="203483"/>
                  <a:pt x="47691" y="203483"/>
                </a:cubicBezTo>
                <a:lnTo>
                  <a:pt x="155791" y="203483"/>
                </a:lnTo>
                <a:cubicBezTo>
                  <a:pt x="161077" y="203483"/>
                  <a:pt x="165330" y="199230"/>
                  <a:pt x="165330" y="193944"/>
                </a:cubicBezTo>
                <a:cubicBezTo>
                  <a:pt x="165330" y="188659"/>
                  <a:pt x="161077" y="184406"/>
                  <a:pt x="155791" y="184406"/>
                </a:cubicBezTo>
                <a:lnTo>
                  <a:pt x="127177" y="184406"/>
                </a:lnTo>
                <a:lnTo>
                  <a:pt x="120818" y="165330"/>
                </a:lnTo>
                <a:lnTo>
                  <a:pt x="178047" y="165330"/>
                </a:lnTo>
                <a:cubicBezTo>
                  <a:pt x="192076" y="165330"/>
                  <a:pt x="203483" y="153923"/>
                  <a:pt x="203483" y="139894"/>
                </a:cubicBezTo>
                <a:lnTo>
                  <a:pt x="203483" y="38153"/>
                </a:lnTo>
                <a:cubicBezTo>
                  <a:pt x="203483" y="24124"/>
                  <a:pt x="192076" y="12718"/>
                  <a:pt x="178047" y="12718"/>
                </a:cubicBezTo>
                <a:lnTo>
                  <a:pt x="25435" y="12718"/>
                </a:lnTo>
                <a:close/>
                <a:moveTo>
                  <a:pt x="38153" y="38153"/>
                </a:moveTo>
                <a:lnTo>
                  <a:pt x="165330" y="38153"/>
                </a:lnTo>
                <a:cubicBezTo>
                  <a:pt x="172364" y="38153"/>
                  <a:pt x="178047" y="43836"/>
                  <a:pt x="178047" y="50871"/>
                </a:cubicBezTo>
                <a:lnTo>
                  <a:pt x="178047" y="114459"/>
                </a:lnTo>
                <a:cubicBezTo>
                  <a:pt x="178047" y="121493"/>
                  <a:pt x="172364" y="127177"/>
                  <a:pt x="165330" y="127177"/>
                </a:cubicBezTo>
                <a:lnTo>
                  <a:pt x="38153" y="127177"/>
                </a:lnTo>
                <a:cubicBezTo>
                  <a:pt x="31119" y="127177"/>
                  <a:pt x="25435" y="121493"/>
                  <a:pt x="25435" y="114459"/>
                </a:cubicBezTo>
                <a:lnTo>
                  <a:pt x="25435" y="50871"/>
                </a:lnTo>
                <a:cubicBezTo>
                  <a:pt x="25435" y="43836"/>
                  <a:pt x="31119" y="38153"/>
                  <a:pt x="38153" y="3815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6815820" y="1478640"/>
            <a:ext cx="958064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10505" y="1956824"/>
            <a:ext cx="2660535" cy="617231"/>
          </a:xfrm>
          <a:custGeom>
            <a:avLst/>
            <a:gdLst/>
            <a:ahLst/>
            <a:cxnLst/>
            <a:rect l="l" t="t" r="r" b="b"/>
            <a:pathLst>
              <a:path w="2660535" h="617231">
                <a:moveTo>
                  <a:pt x="67827" y="0"/>
                </a:moveTo>
                <a:lnTo>
                  <a:pt x="2592708" y="0"/>
                </a:lnTo>
                <a:cubicBezTo>
                  <a:pt x="2630168" y="0"/>
                  <a:pt x="2660535" y="30367"/>
                  <a:pt x="2660535" y="67827"/>
                </a:cubicBezTo>
                <a:lnTo>
                  <a:pt x="2660535" y="549403"/>
                </a:lnTo>
                <a:cubicBezTo>
                  <a:pt x="2660535" y="586863"/>
                  <a:pt x="2630168" y="617231"/>
                  <a:pt x="2592708" y="617231"/>
                </a:cubicBezTo>
                <a:lnTo>
                  <a:pt x="67827" y="617231"/>
                </a:lnTo>
                <a:cubicBezTo>
                  <a:pt x="30392" y="617231"/>
                  <a:pt x="0" y="586838"/>
                  <a:pt x="0" y="549403"/>
                </a:cubicBezTo>
                <a:lnTo>
                  <a:pt x="0" y="67827"/>
                </a:lnTo>
                <a:cubicBezTo>
                  <a:pt x="0" y="30367"/>
                  <a:pt x="30367" y="0"/>
                  <a:pt x="6782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5637" y="2061959"/>
            <a:ext cx="2518097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06B6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React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5637" y="2299355"/>
            <a:ext cx="2509619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 Framework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46922" y="1956824"/>
            <a:ext cx="2660535" cy="617231"/>
          </a:xfrm>
          <a:custGeom>
            <a:avLst/>
            <a:gdLst/>
            <a:ahLst/>
            <a:cxnLst/>
            <a:rect l="l" t="t" r="r" b="b"/>
            <a:pathLst>
              <a:path w="2660535" h="617231">
                <a:moveTo>
                  <a:pt x="67827" y="0"/>
                </a:moveTo>
                <a:lnTo>
                  <a:pt x="2592708" y="0"/>
                </a:lnTo>
                <a:cubicBezTo>
                  <a:pt x="2630168" y="0"/>
                  <a:pt x="2660535" y="30367"/>
                  <a:pt x="2660535" y="67827"/>
                </a:cubicBezTo>
                <a:lnTo>
                  <a:pt x="2660535" y="549403"/>
                </a:lnTo>
                <a:cubicBezTo>
                  <a:pt x="2660535" y="586863"/>
                  <a:pt x="2630168" y="617231"/>
                  <a:pt x="2592708" y="617231"/>
                </a:cubicBezTo>
                <a:lnTo>
                  <a:pt x="67827" y="617231"/>
                </a:lnTo>
                <a:cubicBezTo>
                  <a:pt x="30392" y="617231"/>
                  <a:pt x="0" y="586838"/>
                  <a:pt x="0" y="549403"/>
                </a:cubicBezTo>
                <a:lnTo>
                  <a:pt x="0" y="67827"/>
                </a:lnTo>
                <a:cubicBezTo>
                  <a:pt x="0" y="30367"/>
                  <a:pt x="30367" y="0"/>
                  <a:pt x="6782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52055" y="2061959"/>
            <a:ext cx="2518097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06B6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52055" y="2299355"/>
            <a:ext cx="2509619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10505" y="2648665"/>
            <a:ext cx="2660535" cy="617231"/>
          </a:xfrm>
          <a:custGeom>
            <a:avLst/>
            <a:gdLst/>
            <a:ahLst/>
            <a:cxnLst/>
            <a:rect l="l" t="t" r="r" b="b"/>
            <a:pathLst>
              <a:path w="2660535" h="617231">
                <a:moveTo>
                  <a:pt x="67827" y="0"/>
                </a:moveTo>
                <a:lnTo>
                  <a:pt x="2592708" y="0"/>
                </a:lnTo>
                <a:cubicBezTo>
                  <a:pt x="2630168" y="0"/>
                  <a:pt x="2660535" y="30367"/>
                  <a:pt x="2660535" y="67827"/>
                </a:cubicBezTo>
                <a:lnTo>
                  <a:pt x="2660535" y="549403"/>
                </a:lnTo>
                <a:cubicBezTo>
                  <a:pt x="2660535" y="586863"/>
                  <a:pt x="2630168" y="617231"/>
                  <a:pt x="2592708" y="617231"/>
                </a:cubicBezTo>
                <a:lnTo>
                  <a:pt x="67827" y="617231"/>
                </a:lnTo>
                <a:cubicBezTo>
                  <a:pt x="30392" y="617231"/>
                  <a:pt x="0" y="586838"/>
                  <a:pt x="0" y="549403"/>
                </a:cubicBezTo>
                <a:lnTo>
                  <a:pt x="0" y="67827"/>
                </a:lnTo>
                <a:cubicBezTo>
                  <a:pt x="0" y="30367"/>
                  <a:pt x="30367" y="0"/>
                  <a:pt x="6782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5637" y="2753801"/>
            <a:ext cx="2518097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06B6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Socket.IO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15637" y="2991197"/>
            <a:ext cx="2509619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Comms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46922" y="2648665"/>
            <a:ext cx="2660535" cy="617231"/>
          </a:xfrm>
          <a:custGeom>
            <a:avLst/>
            <a:gdLst/>
            <a:ahLst/>
            <a:cxnLst/>
            <a:rect l="l" t="t" r="r" b="b"/>
            <a:pathLst>
              <a:path w="2660535" h="617231">
                <a:moveTo>
                  <a:pt x="67827" y="0"/>
                </a:moveTo>
                <a:lnTo>
                  <a:pt x="2592708" y="0"/>
                </a:lnTo>
                <a:cubicBezTo>
                  <a:pt x="2630168" y="0"/>
                  <a:pt x="2660535" y="30367"/>
                  <a:pt x="2660535" y="67827"/>
                </a:cubicBezTo>
                <a:lnTo>
                  <a:pt x="2660535" y="549403"/>
                </a:lnTo>
                <a:cubicBezTo>
                  <a:pt x="2660535" y="586863"/>
                  <a:pt x="2630168" y="617231"/>
                  <a:pt x="2592708" y="617231"/>
                </a:cubicBezTo>
                <a:lnTo>
                  <a:pt x="67827" y="617231"/>
                </a:lnTo>
                <a:cubicBezTo>
                  <a:pt x="30392" y="617231"/>
                  <a:pt x="0" y="586838"/>
                  <a:pt x="0" y="549403"/>
                </a:cubicBezTo>
                <a:lnTo>
                  <a:pt x="0" y="67827"/>
                </a:lnTo>
                <a:cubicBezTo>
                  <a:pt x="0" y="30367"/>
                  <a:pt x="30367" y="0"/>
                  <a:pt x="6782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52055" y="2753801"/>
            <a:ext cx="2518097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06B6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Video.js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52055" y="2991197"/>
            <a:ext cx="2509619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Player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42529" y="4242613"/>
            <a:ext cx="5687339" cy="1617687"/>
          </a:xfrm>
          <a:custGeom>
            <a:avLst/>
            <a:gdLst/>
            <a:ahLst/>
            <a:cxnLst/>
            <a:rect l="l" t="t" r="r" b="b"/>
            <a:pathLst>
              <a:path w="5687339" h="1617687">
                <a:moveTo>
                  <a:pt x="135659" y="0"/>
                </a:moveTo>
                <a:lnTo>
                  <a:pt x="5551680" y="0"/>
                </a:lnTo>
                <a:cubicBezTo>
                  <a:pt x="5626602" y="0"/>
                  <a:pt x="5687339" y="60737"/>
                  <a:pt x="5687339" y="135659"/>
                </a:cubicBezTo>
                <a:lnTo>
                  <a:pt x="5687339" y="1482028"/>
                </a:lnTo>
                <a:cubicBezTo>
                  <a:pt x="5687339" y="1556950"/>
                  <a:pt x="5626602" y="1617687"/>
                  <a:pt x="5551680" y="1617687"/>
                </a:cubicBezTo>
                <a:lnTo>
                  <a:pt x="135659" y="1617687"/>
                </a:lnTo>
                <a:cubicBezTo>
                  <a:pt x="60737" y="1617687"/>
                  <a:pt x="0" y="1556950"/>
                  <a:pt x="0" y="1482028"/>
                </a:cubicBezTo>
                <a:lnTo>
                  <a:pt x="0" y="135659"/>
                </a:lnTo>
                <a:cubicBezTo>
                  <a:pt x="0" y="60787"/>
                  <a:pt x="60787" y="0"/>
                  <a:pt x="135659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1576" y="4381661"/>
            <a:ext cx="406965" cy="406965"/>
          </a:xfrm>
          <a:custGeom>
            <a:avLst/>
            <a:gdLst/>
            <a:ahLst/>
            <a:cxnLst/>
            <a:rect l="l" t="t" r="r" b="b"/>
            <a:pathLst>
              <a:path w="406965" h="406965">
                <a:moveTo>
                  <a:pt x="101741" y="0"/>
                </a:moveTo>
                <a:lnTo>
                  <a:pt x="305224" y="0"/>
                </a:lnTo>
                <a:cubicBezTo>
                  <a:pt x="361414" y="0"/>
                  <a:pt x="406965" y="45551"/>
                  <a:pt x="406965" y="101741"/>
                </a:cubicBezTo>
                <a:lnTo>
                  <a:pt x="406965" y="305224"/>
                </a:lnTo>
                <a:cubicBezTo>
                  <a:pt x="406965" y="361414"/>
                  <a:pt x="361414" y="406965"/>
                  <a:pt x="305224" y="406965"/>
                </a:cubicBezTo>
                <a:lnTo>
                  <a:pt x="101741" y="406965"/>
                </a:lnTo>
                <a:cubicBezTo>
                  <a:pt x="45551" y="406965"/>
                  <a:pt x="0" y="361414"/>
                  <a:pt x="0" y="305224"/>
                </a:cubicBezTo>
                <a:lnTo>
                  <a:pt x="0" y="101741"/>
                </a:lnTo>
                <a:cubicBezTo>
                  <a:pt x="0" y="45551"/>
                  <a:pt x="45551" y="0"/>
                  <a:pt x="101741" y="0"/>
                </a:cubicBezTo>
                <a:close/>
              </a:path>
            </a:pathLst>
          </a:custGeom>
          <a:solidFill>
            <a:srgbClr val="F97316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3317" y="4483403"/>
            <a:ext cx="203483" cy="203483"/>
          </a:xfrm>
          <a:custGeom>
            <a:avLst/>
            <a:gdLst/>
            <a:ahLst/>
            <a:cxnLst/>
            <a:rect l="l" t="t" r="r" b="b"/>
            <a:pathLst>
              <a:path w="203483" h="203483">
                <a:moveTo>
                  <a:pt x="69947" y="9538"/>
                </a:moveTo>
                <a:cubicBezTo>
                  <a:pt x="69947" y="4252"/>
                  <a:pt x="65695" y="0"/>
                  <a:pt x="60409" y="0"/>
                </a:cubicBezTo>
                <a:cubicBezTo>
                  <a:pt x="55123" y="0"/>
                  <a:pt x="50871" y="4252"/>
                  <a:pt x="50871" y="9538"/>
                </a:cubicBezTo>
                <a:lnTo>
                  <a:pt x="50871" y="25435"/>
                </a:lnTo>
                <a:cubicBezTo>
                  <a:pt x="36841" y="25435"/>
                  <a:pt x="25435" y="36841"/>
                  <a:pt x="25435" y="50871"/>
                </a:cubicBezTo>
                <a:lnTo>
                  <a:pt x="9538" y="50871"/>
                </a:lnTo>
                <a:cubicBezTo>
                  <a:pt x="4252" y="50871"/>
                  <a:pt x="0" y="55123"/>
                  <a:pt x="0" y="60409"/>
                </a:cubicBezTo>
                <a:cubicBezTo>
                  <a:pt x="0" y="65695"/>
                  <a:pt x="4252" y="69947"/>
                  <a:pt x="9538" y="69947"/>
                </a:cubicBezTo>
                <a:lnTo>
                  <a:pt x="25435" y="69947"/>
                </a:lnTo>
                <a:lnTo>
                  <a:pt x="25435" y="92203"/>
                </a:lnTo>
                <a:lnTo>
                  <a:pt x="9538" y="92203"/>
                </a:lnTo>
                <a:cubicBezTo>
                  <a:pt x="4252" y="92203"/>
                  <a:pt x="0" y="96456"/>
                  <a:pt x="0" y="101741"/>
                </a:cubicBezTo>
                <a:cubicBezTo>
                  <a:pt x="0" y="107027"/>
                  <a:pt x="4252" y="111280"/>
                  <a:pt x="9538" y="111280"/>
                </a:cubicBezTo>
                <a:lnTo>
                  <a:pt x="25435" y="111280"/>
                </a:lnTo>
                <a:lnTo>
                  <a:pt x="25435" y="133535"/>
                </a:lnTo>
                <a:lnTo>
                  <a:pt x="9538" y="133535"/>
                </a:lnTo>
                <a:cubicBezTo>
                  <a:pt x="4252" y="133535"/>
                  <a:pt x="0" y="137788"/>
                  <a:pt x="0" y="143074"/>
                </a:cubicBezTo>
                <a:cubicBezTo>
                  <a:pt x="0" y="148359"/>
                  <a:pt x="4252" y="152612"/>
                  <a:pt x="9538" y="152612"/>
                </a:cubicBezTo>
                <a:lnTo>
                  <a:pt x="25435" y="152612"/>
                </a:lnTo>
                <a:cubicBezTo>
                  <a:pt x="25435" y="166641"/>
                  <a:pt x="36841" y="178047"/>
                  <a:pt x="50871" y="178047"/>
                </a:cubicBezTo>
                <a:lnTo>
                  <a:pt x="50871" y="193944"/>
                </a:lnTo>
                <a:cubicBezTo>
                  <a:pt x="50871" y="199230"/>
                  <a:pt x="55123" y="203483"/>
                  <a:pt x="60409" y="203483"/>
                </a:cubicBezTo>
                <a:cubicBezTo>
                  <a:pt x="65695" y="203483"/>
                  <a:pt x="69947" y="199230"/>
                  <a:pt x="69947" y="193944"/>
                </a:cubicBezTo>
                <a:lnTo>
                  <a:pt x="69947" y="178047"/>
                </a:lnTo>
                <a:lnTo>
                  <a:pt x="92203" y="178047"/>
                </a:lnTo>
                <a:lnTo>
                  <a:pt x="92203" y="193944"/>
                </a:lnTo>
                <a:cubicBezTo>
                  <a:pt x="92203" y="199230"/>
                  <a:pt x="96456" y="203483"/>
                  <a:pt x="101741" y="203483"/>
                </a:cubicBezTo>
                <a:cubicBezTo>
                  <a:pt x="107027" y="203483"/>
                  <a:pt x="111280" y="199230"/>
                  <a:pt x="111280" y="193944"/>
                </a:cubicBezTo>
                <a:lnTo>
                  <a:pt x="111280" y="178047"/>
                </a:lnTo>
                <a:lnTo>
                  <a:pt x="133535" y="178047"/>
                </a:lnTo>
                <a:lnTo>
                  <a:pt x="133535" y="193944"/>
                </a:lnTo>
                <a:cubicBezTo>
                  <a:pt x="133535" y="199230"/>
                  <a:pt x="137788" y="203483"/>
                  <a:pt x="143074" y="203483"/>
                </a:cubicBezTo>
                <a:cubicBezTo>
                  <a:pt x="148359" y="203483"/>
                  <a:pt x="152612" y="199230"/>
                  <a:pt x="152612" y="193944"/>
                </a:cubicBezTo>
                <a:lnTo>
                  <a:pt x="152612" y="178047"/>
                </a:lnTo>
                <a:cubicBezTo>
                  <a:pt x="166641" y="178047"/>
                  <a:pt x="178047" y="166641"/>
                  <a:pt x="178047" y="152612"/>
                </a:cubicBezTo>
                <a:lnTo>
                  <a:pt x="193944" y="152612"/>
                </a:lnTo>
                <a:cubicBezTo>
                  <a:pt x="199230" y="152612"/>
                  <a:pt x="203483" y="148359"/>
                  <a:pt x="203483" y="143074"/>
                </a:cubicBezTo>
                <a:cubicBezTo>
                  <a:pt x="203483" y="137788"/>
                  <a:pt x="199230" y="133535"/>
                  <a:pt x="193944" y="133535"/>
                </a:cubicBezTo>
                <a:lnTo>
                  <a:pt x="178047" y="133535"/>
                </a:lnTo>
                <a:lnTo>
                  <a:pt x="178047" y="111280"/>
                </a:lnTo>
                <a:lnTo>
                  <a:pt x="193944" y="111280"/>
                </a:lnTo>
                <a:cubicBezTo>
                  <a:pt x="199230" y="111280"/>
                  <a:pt x="203483" y="107027"/>
                  <a:pt x="203483" y="101741"/>
                </a:cubicBezTo>
                <a:cubicBezTo>
                  <a:pt x="203483" y="96456"/>
                  <a:pt x="199230" y="92203"/>
                  <a:pt x="193944" y="92203"/>
                </a:cubicBezTo>
                <a:lnTo>
                  <a:pt x="178047" y="92203"/>
                </a:lnTo>
                <a:lnTo>
                  <a:pt x="178047" y="69947"/>
                </a:lnTo>
                <a:lnTo>
                  <a:pt x="193944" y="69947"/>
                </a:lnTo>
                <a:cubicBezTo>
                  <a:pt x="199230" y="69947"/>
                  <a:pt x="203483" y="65695"/>
                  <a:pt x="203483" y="60409"/>
                </a:cubicBezTo>
                <a:cubicBezTo>
                  <a:pt x="203483" y="55123"/>
                  <a:pt x="199230" y="50871"/>
                  <a:pt x="193944" y="50871"/>
                </a:cubicBezTo>
                <a:lnTo>
                  <a:pt x="178047" y="50871"/>
                </a:lnTo>
                <a:cubicBezTo>
                  <a:pt x="178047" y="36841"/>
                  <a:pt x="166641" y="25435"/>
                  <a:pt x="152612" y="25435"/>
                </a:cubicBezTo>
                <a:lnTo>
                  <a:pt x="152612" y="9538"/>
                </a:lnTo>
                <a:cubicBezTo>
                  <a:pt x="152612" y="4252"/>
                  <a:pt x="148359" y="0"/>
                  <a:pt x="143074" y="0"/>
                </a:cubicBezTo>
                <a:cubicBezTo>
                  <a:pt x="137788" y="0"/>
                  <a:pt x="133535" y="4252"/>
                  <a:pt x="133535" y="9538"/>
                </a:cubicBezTo>
                <a:lnTo>
                  <a:pt x="133535" y="25435"/>
                </a:lnTo>
                <a:lnTo>
                  <a:pt x="111280" y="25435"/>
                </a:lnTo>
                <a:lnTo>
                  <a:pt x="111280" y="9538"/>
                </a:lnTo>
                <a:cubicBezTo>
                  <a:pt x="111280" y="4252"/>
                  <a:pt x="107027" y="0"/>
                  <a:pt x="101741" y="0"/>
                </a:cubicBezTo>
                <a:cubicBezTo>
                  <a:pt x="96456" y="0"/>
                  <a:pt x="92203" y="4252"/>
                  <a:pt x="92203" y="9538"/>
                </a:cubicBezTo>
                <a:lnTo>
                  <a:pt x="92203" y="25435"/>
                </a:lnTo>
                <a:lnTo>
                  <a:pt x="69947" y="25435"/>
                </a:lnTo>
                <a:lnTo>
                  <a:pt x="69947" y="9538"/>
                </a:lnTo>
                <a:close/>
                <a:moveTo>
                  <a:pt x="63588" y="50871"/>
                </a:moveTo>
                <a:lnTo>
                  <a:pt x="139894" y="50871"/>
                </a:lnTo>
                <a:cubicBezTo>
                  <a:pt x="146929" y="50871"/>
                  <a:pt x="152612" y="56554"/>
                  <a:pt x="152612" y="63588"/>
                </a:cubicBezTo>
                <a:lnTo>
                  <a:pt x="152612" y="139894"/>
                </a:lnTo>
                <a:cubicBezTo>
                  <a:pt x="152612" y="146929"/>
                  <a:pt x="146929" y="152612"/>
                  <a:pt x="139894" y="152612"/>
                </a:cubicBezTo>
                <a:lnTo>
                  <a:pt x="63588" y="152612"/>
                </a:lnTo>
                <a:cubicBezTo>
                  <a:pt x="56554" y="152612"/>
                  <a:pt x="50871" y="146929"/>
                  <a:pt x="50871" y="139894"/>
                </a:cubicBezTo>
                <a:lnTo>
                  <a:pt x="50871" y="63588"/>
                </a:lnTo>
                <a:cubicBezTo>
                  <a:pt x="50871" y="56554"/>
                  <a:pt x="56554" y="50871"/>
                  <a:pt x="63588" y="50871"/>
                </a:cubicBezTo>
                <a:close/>
                <a:moveTo>
                  <a:pt x="69947" y="69947"/>
                </a:moveTo>
                <a:lnTo>
                  <a:pt x="69947" y="133535"/>
                </a:lnTo>
                <a:lnTo>
                  <a:pt x="133535" y="133535"/>
                </a:lnTo>
                <a:lnTo>
                  <a:pt x="133535" y="69947"/>
                </a:lnTo>
                <a:lnTo>
                  <a:pt x="69947" y="69947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3" name="Text 41"/>
          <p:cNvSpPr/>
          <p:nvPr/>
        </p:nvSpPr>
        <p:spPr>
          <a:xfrm>
            <a:off x="990282" y="4449489"/>
            <a:ext cx="1390465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Hardware/IoT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84967" y="4927673"/>
            <a:ext cx="1753342" cy="786799"/>
          </a:xfrm>
          <a:custGeom>
            <a:avLst/>
            <a:gdLst/>
            <a:ahLst/>
            <a:cxnLst/>
            <a:rect l="l" t="t" r="r" b="b"/>
            <a:pathLst>
              <a:path w="1753342" h="786799">
                <a:moveTo>
                  <a:pt x="67830" y="0"/>
                </a:moveTo>
                <a:lnTo>
                  <a:pt x="1685512" y="0"/>
                </a:lnTo>
                <a:cubicBezTo>
                  <a:pt x="1722973" y="0"/>
                  <a:pt x="1753342" y="30369"/>
                  <a:pt x="1753342" y="67830"/>
                </a:cubicBezTo>
                <a:lnTo>
                  <a:pt x="1753342" y="718969"/>
                </a:lnTo>
                <a:cubicBezTo>
                  <a:pt x="1753342" y="756431"/>
                  <a:pt x="1722973" y="786799"/>
                  <a:pt x="1685512" y="786799"/>
                </a:cubicBezTo>
                <a:lnTo>
                  <a:pt x="67830" y="786799"/>
                </a:lnTo>
                <a:cubicBezTo>
                  <a:pt x="30369" y="786799"/>
                  <a:pt x="0" y="756431"/>
                  <a:pt x="0" y="718969"/>
                </a:cubicBezTo>
                <a:lnTo>
                  <a:pt x="0" y="67830"/>
                </a:lnTo>
                <a:cubicBezTo>
                  <a:pt x="0" y="30394"/>
                  <a:pt x="30394" y="0"/>
                  <a:pt x="6783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57989" y="5032804"/>
            <a:ext cx="203483" cy="203483"/>
          </a:xfrm>
          <a:custGeom>
            <a:avLst/>
            <a:gdLst/>
            <a:ahLst/>
            <a:cxnLst/>
            <a:rect l="l" t="t" r="r" b="b"/>
            <a:pathLst>
              <a:path w="203483" h="203483">
                <a:moveTo>
                  <a:pt x="69947" y="9538"/>
                </a:moveTo>
                <a:cubicBezTo>
                  <a:pt x="69947" y="4252"/>
                  <a:pt x="65695" y="0"/>
                  <a:pt x="60409" y="0"/>
                </a:cubicBezTo>
                <a:cubicBezTo>
                  <a:pt x="55123" y="0"/>
                  <a:pt x="50871" y="4252"/>
                  <a:pt x="50871" y="9538"/>
                </a:cubicBezTo>
                <a:lnTo>
                  <a:pt x="50871" y="25435"/>
                </a:lnTo>
                <a:cubicBezTo>
                  <a:pt x="36841" y="25435"/>
                  <a:pt x="25435" y="36841"/>
                  <a:pt x="25435" y="50871"/>
                </a:cubicBezTo>
                <a:lnTo>
                  <a:pt x="9538" y="50871"/>
                </a:lnTo>
                <a:cubicBezTo>
                  <a:pt x="4252" y="50871"/>
                  <a:pt x="0" y="55123"/>
                  <a:pt x="0" y="60409"/>
                </a:cubicBezTo>
                <a:cubicBezTo>
                  <a:pt x="0" y="65695"/>
                  <a:pt x="4252" y="69947"/>
                  <a:pt x="9538" y="69947"/>
                </a:cubicBezTo>
                <a:lnTo>
                  <a:pt x="25435" y="69947"/>
                </a:lnTo>
                <a:lnTo>
                  <a:pt x="25435" y="92203"/>
                </a:lnTo>
                <a:lnTo>
                  <a:pt x="9538" y="92203"/>
                </a:lnTo>
                <a:cubicBezTo>
                  <a:pt x="4252" y="92203"/>
                  <a:pt x="0" y="96456"/>
                  <a:pt x="0" y="101741"/>
                </a:cubicBezTo>
                <a:cubicBezTo>
                  <a:pt x="0" y="107027"/>
                  <a:pt x="4252" y="111280"/>
                  <a:pt x="9538" y="111280"/>
                </a:cubicBezTo>
                <a:lnTo>
                  <a:pt x="25435" y="111280"/>
                </a:lnTo>
                <a:lnTo>
                  <a:pt x="25435" y="133535"/>
                </a:lnTo>
                <a:lnTo>
                  <a:pt x="9538" y="133535"/>
                </a:lnTo>
                <a:cubicBezTo>
                  <a:pt x="4252" y="133535"/>
                  <a:pt x="0" y="137788"/>
                  <a:pt x="0" y="143074"/>
                </a:cubicBezTo>
                <a:cubicBezTo>
                  <a:pt x="0" y="148359"/>
                  <a:pt x="4252" y="152612"/>
                  <a:pt x="9538" y="152612"/>
                </a:cubicBezTo>
                <a:lnTo>
                  <a:pt x="25435" y="152612"/>
                </a:lnTo>
                <a:cubicBezTo>
                  <a:pt x="25435" y="166641"/>
                  <a:pt x="36841" y="178047"/>
                  <a:pt x="50871" y="178047"/>
                </a:cubicBezTo>
                <a:lnTo>
                  <a:pt x="50871" y="193944"/>
                </a:lnTo>
                <a:cubicBezTo>
                  <a:pt x="50871" y="199230"/>
                  <a:pt x="55123" y="203483"/>
                  <a:pt x="60409" y="203483"/>
                </a:cubicBezTo>
                <a:cubicBezTo>
                  <a:pt x="65695" y="203483"/>
                  <a:pt x="69947" y="199230"/>
                  <a:pt x="69947" y="193944"/>
                </a:cubicBezTo>
                <a:lnTo>
                  <a:pt x="69947" y="178047"/>
                </a:lnTo>
                <a:lnTo>
                  <a:pt x="92203" y="178047"/>
                </a:lnTo>
                <a:lnTo>
                  <a:pt x="92203" y="193944"/>
                </a:lnTo>
                <a:cubicBezTo>
                  <a:pt x="92203" y="199230"/>
                  <a:pt x="96456" y="203483"/>
                  <a:pt x="101741" y="203483"/>
                </a:cubicBezTo>
                <a:cubicBezTo>
                  <a:pt x="107027" y="203483"/>
                  <a:pt x="111280" y="199230"/>
                  <a:pt x="111280" y="193944"/>
                </a:cubicBezTo>
                <a:lnTo>
                  <a:pt x="111280" y="178047"/>
                </a:lnTo>
                <a:lnTo>
                  <a:pt x="133535" y="178047"/>
                </a:lnTo>
                <a:lnTo>
                  <a:pt x="133535" y="193944"/>
                </a:lnTo>
                <a:cubicBezTo>
                  <a:pt x="133535" y="199230"/>
                  <a:pt x="137788" y="203483"/>
                  <a:pt x="143074" y="203483"/>
                </a:cubicBezTo>
                <a:cubicBezTo>
                  <a:pt x="148359" y="203483"/>
                  <a:pt x="152612" y="199230"/>
                  <a:pt x="152612" y="193944"/>
                </a:cubicBezTo>
                <a:lnTo>
                  <a:pt x="152612" y="178047"/>
                </a:lnTo>
                <a:cubicBezTo>
                  <a:pt x="166641" y="178047"/>
                  <a:pt x="178047" y="166641"/>
                  <a:pt x="178047" y="152612"/>
                </a:cubicBezTo>
                <a:lnTo>
                  <a:pt x="193944" y="152612"/>
                </a:lnTo>
                <a:cubicBezTo>
                  <a:pt x="199230" y="152612"/>
                  <a:pt x="203483" y="148359"/>
                  <a:pt x="203483" y="143074"/>
                </a:cubicBezTo>
                <a:cubicBezTo>
                  <a:pt x="203483" y="137788"/>
                  <a:pt x="199230" y="133535"/>
                  <a:pt x="193944" y="133535"/>
                </a:cubicBezTo>
                <a:lnTo>
                  <a:pt x="178047" y="133535"/>
                </a:lnTo>
                <a:lnTo>
                  <a:pt x="178047" y="111280"/>
                </a:lnTo>
                <a:lnTo>
                  <a:pt x="193944" y="111280"/>
                </a:lnTo>
                <a:cubicBezTo>
                  <a:pt x="199230" y="111280"/>
                  <a:pt x="203483" y="107027"/>
                  <a:pt x="203483" y="101741"/>
                </a:cubicBezTo>
                <a:cubicBezTo>
                  <a:pt x="203483" y="96456"/>
                  <a:pt x="199230" y="92203"/>
                  <a:pt x="193944" y="92203"/>
                </a:cubicBezTo>
                <a:lnTo>
                  <a:pt x="178047" y="92203"/>
                </a:lnTo>
                <a:lnTo>
                  <a:pt x="178047" y="69947"/>
                </a:lnTo>
                <a:lnTo>
                  <a:pt x="193944" y="69947"/>
                </a:lnTo>
                <a:cubicBezTo>
                  <a:pt x="199230" y="69947"/>
                  <a:pt x="203483" y="65695"/>
                  <a:pt x="203483" y="60409"/>
                </a:cubicBezTo>
                <a:cubicBezTo>
                  <a:pt x="203483" y="55123"/>
                  <a:pt x="199230" y="50871"/>
                  <a:pt x="193944" y="50871"/>
                </a:cubicBezTo>
                <a:lnTo>
                  <a:pt x="178047" y="50871"/>
                </a:lnTo>
                <a:cubicBezTo>
                  <a:pt x="178047" y="36841"/>
                  <a:pt x="166641" y="25435"/>
                  <a:pt x="152612" y="25435"/>
                </a:cubicBezTo>
                <a:lnTo>
                  <a:pt x="152612" y="9538"/>
                </a:lnTo>
                <a:cubicBezTo>
                  <a:pt x="152612" y="4252"/>
                  <a:pt x="148359" y="0"/>
                  <a:pt x="143074" y="0"/>
                </a:cubicBezTo>
                <a:cubicBezTo>
                  <a:pt x="137788" y="0"/>
                  <a:pt x="133535" y="4252"/>
                  <a:pt x="133535" y="9538"/>
                </a:cubicBezTo>
                <a:lnTo>
                  <a:pt x="133535" y="25435"/>
                </a:lnTo>
                <a:lnTo>
                  <a:pt x="111280" y="25435"/>
                </a:lnTo>
                <a:lnTo>
                  <a:pt x="111280" y="9538"/>
                </a:lnTo>
                <a:cubicBezTo>
                  <a:pt x="111280" y="4252"/>
                  <a:pt x="107027" y="0"/>
                  <a:pt x="101741" y="0"/>
                </a:cubicBezTo>
                <a:cubicBezTo>
                  <a:pt x="96456" y="0"/>
                  <a:pt x="92203" y="4252"/>
                  <a:pt x="92203" y="9538"/>
                </a:cubicBezTo>
                <a:lnTo>
                  <a:pt x="92203" y="25435"/>
                </a:lnTo>
                <a:lnTo>
                  <a:pt x="69947" y="25435"/>
                </a:lnTo>
                <a:lnTo>
                  <a:pt x="69947" y="9538"/>
                </a:lnTo>
                <a:close/>
                <a:moveTo>
                  <a:pt x="63588" y="50871"/>
                </a:moveTo>
                <a:lnTo>
                  <a:pt x="139894" y="50871"/>
                </a:lnTo>
                <a:cubicBezTo>
                  <a:pt x="146929" y="50871"/>
                  <a:pt x="152612" y="56554"/>
                  <a:pt x="152612" y="63588"/>
                </a:cubicBezTo>
                <a:lnTo>
                  <a:pt x="152612" y="139894"/>
                </a:lnTo>
                <a:cubicBezTo>
                  <a:pt x="152612" y="146929"/>
                  <a:pt x="146929" y="152612"/>
                  <a:pt x="139894" y="152612"/>
                </a:cubicBezTo>
                <a:lnTo>
                  <a:pt x="63588" y="152612"/>
                </a:lnTo>
                <a:cubicBezTo>
                  <a:pt x="56554" y="152612"/>
                  <a:pt x="50871" y="146929"/>
                  <a:pt x="50871" y="139894"/>
                </a:cubicBezTo>
                <a:lnTo>
                  <a:pt x="50871" y="63588"/>
                </a:lnTo>
                <a:cubicBezTo>
                  <a:pt x="50871" y="56554"/>
                  <a:pt x="56554" y="50871"/>
                  <a:pt x="63588" y="50871"/>
                </a:cubicBezTo>
                <a:close/>
                <a:moveTo>
                  <a:pt x="69947" y="69947"/>
                </a:moveTo>
                <a:lnTo>
                  <a:pt x="69947" y="133535"/>
                </a:lnTo>
                <a:lnTo>
                  <a:pt x="133535" y="133535"/>
                </a:lnTo>
                <a:lnTo>
                  <a:pt x="133535" y="69947"/>
                </a:lnTo>
                <a:lnTo>
                  <a:pt x="69947" y="69947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6" name="Text 44"/>
          <p:cNvSpPr/>
          <p:nvPr/>
        </p:nvSpPr>
        <p:spPr>
          <a:xfrm>
            <a:off x="560425" y="5304114"/>
            <a:ext cx="1602426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5" b="1" dirty="0">
                <a:solidFill>
                  <a:srgbClr val="F9731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ESP32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64664" y="5473683"/>
            <a:ext cx="1593947" cy="135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Microcontroller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309210" y="4927673"/>
            <a:ext cx="1753342" cy="786799"/>
          </a:xfrm>
          <a:custGeom>
            <a:avLst/>
            <a:gdLst/>
            <a:ahLst/>
            <a:cxnLst/>
            <a:rect l="l" t="t" r="r" b="b"/>
            <a:pathLst>
              <a:path w="1753342" h="786799">
                <a:moveTo>
                  <a:pt x="67830" y="0"/>
                </a:moveTo>
                <a:lnTo>
                  <a:pt x="1685512" y="0"/>
                </a:lnTo>
                <a:cubicBezTo>
                  <a:pt x="1722973" y="0"/>
                  <a:pt x="1753342" y="30369"/>
                  <a:pt x="1753342" y="67830"/>
                </a:cubicBezTo>
                <a:lnTo>
                  <a:pt x="1753342" y="718969"/>
                </a:lnTo>
                <a:cubicBezTo>
                  <a:pt x="1753342" y="756431"/>
                  <a:pt x="1722973" y="786799"/>
                  <a:pt x="1685512" y="786799"/>
                </a:cubicBezTo>
                <a:lnTo>
                  <a:pt x="67830" y="786799"/>
                </a:lnTo>
                <a:cubicBezTo>
                  <a:pt x="30369" y="786799"/>
                  <a:pt x="0" y="756431"/>
                  <a:pt x="0" y="718969"/>
                </a:cubicBezTo>
                <a:lnTo>
                  <a:pt x="0" y="67830"/>
                </a:lnTo>
                <a:cubicBezTo>
                  <a:pt x="0" y="30394"/>
                  <a:pt x="30394" y="0"/>
                  <a:pt x="6783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20385" y="5032804"/>
            <a:ext cx="127177" cy="203483"/>
          </a:xfrm>
          <a:custGeom>
            <a:avLst/>
            <a:gdLst/>
            <a:ahLst/>
            <a:cxnLst/>
            <a:rect l="l" t="t" r="r" b="b"/>
            <a:pathLst>
              <a:path w="127177" h="203483">
                <a:moveTo>
                  <a:pt x="63588" y="0"/>
                </a:moveTo>
                <a:cubicBezTo>
                  <a:pt x="42525" y="0"/>
                  <a:pt x="25435" y="17089"/>
                  <a:pt x="25435" y="38153"/>
                </a:cubicBezTo>
                <a:lnTo>
                  <a:pt x="25435" y="103609"/>
                </a:lnTo>
                <a:cubicBezTo>
                  <a:pt x="13711" y="114062"/>
                  <a:pt x="6359" y="129323"/>
                  <a:pt x="6359" y="146253"/>
                </a:cubicBezTo>
                <a:cubicBezTo>
                  <a:pt x="6359" y="177849"/>
                  <a:pt x="31993" y="203483"/>
                  <a:pt x="63588" y="203483"/>
                </a:cubicBezTo>
                <a:cubicBezTo>
                  <a:pt x="95184" y="203483"/>
                  <a:pt x="120818" y="177849"/>
                  <a:pt x="120818" y="146253"/>
                </a:cubicBezTo>
                <a:cubicBezTo>
                  <a:pt x="120818" y="129323"/>
                  <a:pt x="113465" y="114062"/>
                  <a:pt x="101741" y="103609"/>
                </a:cubicBezTo>
                <a:lnTo>
                  <a:pt x="101741" y="38153"/>
                </a:lnTo>
                <a:cubicBezTo>
                  <a:pt x="101741" y="17089"/>
                  <a:pt x="84652" y="0"/>
                  <a:pt x="63588" y="0"/>
                </a:cubicBezTo>
                <a:close/>
                <a:moveTo>
                  <a:pt x="89024" y="146253"/>
                </a:moveTo>
                <a:cubicBezTo>
                  <a:pt x="89024" y="160282"/>
                  <a:pt x="77617" y="171688"/>
                  <a:pt x="63588" y="171688"/>
                </a:cubicBezTo>
                <a:cubicBezTo>
                  <a:pt x="49559" y="171688"/>
                  <a:pt x="38153" y="160282"/>
                  <a:pt x="38153" y="146253"/>
                </a:cubicBezTo>
                <a:cubicBezTo>
                  <a:pt x="38153" y="135562"/>
                  <a:pt x="44711" y="126422"/>
                  <a:pt x="54050" y="122686"/>
                </a:cubicBezTo>
                <a:lnTo>
                  <a:pt x="54050" y="85844"/>
                </a:lnTo>
                <a:cubicBezTo>
                  <a:pt x="54050" y="80558"/>
                  <a:pt x="58303" y="76306"/>
                  <a:pt x="63588" y="76306"/>
                </a:cubicBezTo>
                <a:cubicBezTo>
                  <a:pt x="68874" y="76306"/>
                  <a:pt x="73127" y="80558"/>
                  <a:pt x="73127" y="85844"/>
                </a:cubicBezTo>
                <a:lnTo>
                  <a:pt x="73127" y="122686"/>
                </a:lnTo>
                <a:cubicBezTo>
                  <a:pt x="82466" y="126461"/>
                  <a:pt x="89024" y="135602"/>
                  <a:pt x="89024" y="146253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0" name="Text 48"/>
          <p:cNvSpPr/>
          <p:nvPr/>
        </p:nvSpPr>
        <p:spPr>
          <a:xfrm>
            <a:off x="2384668" y="5304114"/>
            <a:ext cx="1602426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5" b="1" dirty="0">
                <a:solidFill>
                  <a:srgbClr val="F9731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BME680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2388907" y="5473683"/>
            <a:ext cx="1593947" cy="135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133453" y="4927673"/>
            <a:ext cx="1753342" cy="786799"/>
          </a:xfrm>
          <a:custGeom>
            <a:avLst/>
            <a:gdLst/>
            <a:ahLst/>
            <a:cxnLst/>
            <a:rect l="l" t="t" r="r" b="b"/>
            <a:pathLst>
              <a:path w="1753342" h="786799">
                <a:moveTo>
                  <a:pt x="67830" y="0"/>
                </a:moveTo>
                <a:lnTo>
                  <a:pt x="1685512" y="0"/>
                </a:lnTo>
                <a:cubicBezTo>
                  <a:pt x="1722973" y="0"/>
                  <a:pt x="1753342" y="30369"/>
                  <a:pt x="1753342" y="67830"/>
                </a:cubicBezTo>
                <a:lnTo>
                  <a:pt x="1753342" y="718969"/>
                </a:lnTo>
                <a:cubicBezTo>
                  <a:pt x="1753342" y="756431"/>
                  <a:pt x="1722973" y="786799"/>
                  <a:pt x="1685512" y="786799"/>
                </a:cubicBezTo>
                <a:lnTo>
                  <a:pt x="67830" y="786799"/>
                </a:lnTo>
                <a:cubicBezTo>
                  <a:pt x="30369" y="786799"/>
                  <a:pt x="0" y="756431"/>
                  <a:pt x="0" y="718969"/>
                </a:cubicBezTo>
                <a:lnTo>
                  <a:pt x="0" y="67830"/>
                </a:lnTo>
                <a:cubicBezTo>
                  <a:pt x="0" y="30394"/>
                  <a:pt x="30394" y="0"/>
                  <a:pt x="6783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93863" y="5032804"/>
            <a:ext cx="228918" cy="203483"/>
          </a:xfrm>
          <a:custGeom>
            <a:avLst/>
            <a:gdLst/>
            <a:ahLst/>
            <a:cxnLst/>
            <a:rect l="l" t="t" r="r" b="b"/>
            <a:pathLst>
              <a:path w="228918" h="203483">
                <a:moveTo>
                  <a:pt x="38153" y="25435"/>
                </a:moveTo>
                <a:cubicBezTo>
                  <a:pt x="24124" y="25435"/>
                  <a:pt x="12718" y="36841"/>
                  <a:pt x="12718" y="50871"/>
                </a:cubicBezTo>
                <a:lnTo>
                  <a:pt x="12718" y="152612"/>
                </a:lnTo>
                <a:cubicBezTo>
                  <a:pt x="12718" y="166641"/>
                  <a:pt x="24124" y="178047"/>
                  <a:pt x="38153" y="178047"/>
                </a:cubicBezTo>
                <a:lnTo>
                  <a:pt x="139894" y="178047"/>
                </a:lnTo>
                <a:cubicBezTo>
                  <a:pt x="153923" y="178047"/>
                  <a:pt x="165330" y="166641"/>
                  <a:pt x="165330" y="152612"/>
                </a:cubicBezTo>
                <a:lnTo>
                  <a:pt x="165330" y="50871"/>
                </a:lnTo>
                <a:cubicBezTo>
                  <a:pt x="165330" y="36841"/>
                  <a:pt x="153923" y="25435"/>
                  <a:pt x="139894" y="25435"/>
                </a:cubicBezTo>
                <a:lnTo>
                  <a:pt x="38153" y="25435"/>
                </a:lnTo>
                <a:close/>
                <a:moveTo>
                  <a:pt x="184406" y="133535"/>
                </a:moveTo>
                <a:lnTo>
                  <a:pt x="213617" y="156904"/>
                </a:lnTo>
                <a:cubicBezTo>
                  <a:pt x="215286" y="158255"/>
                  <a:pt x="217353" y="158971"/>
                  <a:pt x="219499" y="158971"/>
                </a:cubicBezTo>
                <a:cubicBezTo>
                  <a:pt x="224705" y="158971"/>
                  <a:pt x="228918" y="154758"/>
                  <a:pt x="228918" y="149552"/>
                </a:cubicBezTo>
                <a:lnTo>
                  <a:pt x="228918" y="53931"/>
                </a:lnTo>
                <a:cubicBezTo>
                  <a:pt x="228918" y="48725"/>
                  <a:pt x="224705" y="44512"/>
                  <a:pt x="219499" y="44512"/>
                </a:cubicBezTo>
                <a:cubicBezTo>
                  <a:pt x="217353" y="44512"/>
                  <a:pt x="215286" y="45227"/>
                  <a:pt x="213617" y="46578"/>
                </a:cubicBezTo>
                <a:lnTo>
                  <a:pt x="184406" y="69947"/>
                </a:lnTo>
                <a:lnTo>
                  <a:pt x="184406" y="133535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4" name="Text 52"/>
          <p:cNvSpPr/>
          <p:nvPr/>
        </p:nvSpPr>
        <p:spPr>
          <a:xfrm>
            <a:off x="4208911" y="5304114"/>
            <a:ext cx="1602426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5" b="1" dirty="0">
                <a:solidFill>
                  <a:srgbClr val="F9731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Hikvision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213150" y="5473683"/>
            <a:ext cx="1593947" cy="135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68067" y="4242613"/>
            <a:ext cx="5687339" cy="1617687"/>
          </a:xfrm>
          <a:custGeom>
            <a:avLst/>
            <a:gdLst/>
            <a:ahLst/>
            <a:cxnLst/>
            <a:rect l="l" t="t" r="r" b="b"/>
            <a:pathLst>
              <a:path w="5687339" h="1617687">
                <a:moveTo>
                  <a:pt x="135659" y="0"/>
                </a:moveTo>
                <a:lnTo>
                  <a:pt x="5551680" y="0"/>
                </a:lnTo>
                <a:cubicBezTo>
                  <a:pt x="5626602" y="0"/>
                  <a:pt x="5687339" y="60737"/>
                  <a:pt x="5687339" y="135659"/>
                </a:cubicBezTo>
                <a:lnTo>
                  <a:pt x="5687339" y="1482028"/>
                </a:lnTo>
                <a:cubicBezTo>
                  <a:pt x="5687339" y="1556950"/>
                  <a:pt x="5626602" y="1617687"/>
                  <a:pt x="5551680" y="1617687"/>
                </a:cubicBezTo>
                <a:lnTo>
                  <a:pt x="135659" y="1617687"/>
                </a:lnTo>
                <a:cubicBezTo>
                  <a:pt x="60737" y="1617687"/>
                  <a:pt x="0" y="1556950"/>
                  <a:pt x="0" y="1482028"/>
                </a:cubicBezTo>
                <a:lnTo>
                  <a:pt x="0" y="135659"/>
                </a:lnTo>
                <a:cubicBezTo>
                  <a:pt x="0" y="60787"/>
                  <a:pt x="60787" y="0"/>
                  <a:pt x="135659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07113" y="4381661"/>
            <a:ext cx="406965" cy="406965"/>
          </a:xfrm>
          <a:custGeom>
            <a:avLst/>
            <a:gdLst/>
            <a:ahLst/>
            <a:cxnLst/>
            <a:rect l="l" t="t" r="r" b="b"/>
            <a:pathLst>
              <a:path w="406965" h="406965">
                <a:moveTo>
                  <a:pt x="101741" y="0"/>
                </a:moveTo>
                <a:lnTo>
                  <a:pt x="305224" y="0"/>
                </a:lnTo>
                <a:cubicBezTo>
                  <a:pt x="361414" y="0"/>
                  <a:pt x="406965" y="45551"/>
                  <a:pt x="406965" y="101741"/>
                </a:cubicBezTo>
                <a:lnTo>
                  <a:pt x="406965" y="305224"/>
                </a:lnTo>
                <a:cubicBezTo>
                  <a:pt x="406965" y="361414"/>
                  <a:pt x="361414" y="406965"/>
                  <a:pt x="305224" y="406965"/>
                </a:cubicBezTo>
                <a:lnTo>
                  <a:pt x="101741" y="406965"/>
                </a:lnTo>
                <a:cubicBezTo>
                  <a:pt x="45551" y="406965"/>
                  <a:pt x="0" y="361414"/>
                  <a:pt x="0" y="305224"/>
                </a:cubicBezTo>
                <a:lnTo>
                  <a:pt x="0" y="101741"/>
                </a:lnTo>
                <a:cubicBezTo>
                  <a:pt x="0" y="45551"/>
                  <a:pt x="45551" y="0"/>
                  <a:pt x="101741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96137" y="4483403"/>
            <a:ext cx="228918" cy="203483"/>
          </a:xfrm>
          <a:custGeom>
            <a:avLst/>
            <a:gdLst/>
            <a:ahLst/>
            <a:cxnLst/>
            <a:rect l="l" t="t" r="r" b="b"/>
            <a:pathLst>
              <a:path w="228918" h="203483">
                <a:moveTo>
                  <a:pt x="0" y="133535"/>
                </a:moveTo>
                <a:cubicBezTo>
                  <a:pt x="0" y="165131"/>
                  <a:pt x="25634" y="190765"/>
                  <a:pt x="57229" y="190765"/>
                </a:cubicBezTo>
                <a:lnTo>
                  <a:pt x="178047" y="190765"/>
                </a:lnTo>
                <a:cubicBezTo>
                  <a:pt x="206145" y="190765"/>
                  <a:pt x="228918" y="167992"/>
                  <a:pt x="228918" y="139894"/>
                </a:cubicBezTo>
                <a:cubicBezTo>
                  <a:pt x="228918" y="119387"/>
                  <a:pt x="216796" y="101702"/>
                  <a:pt x="199310" y="93674"/>
                </a:cubicBezTo>
                <a:cubicBezTo>
                  <a:pt x="201972" y="88467"/>
                  <a:pt x="203483" y="82546"/>
                  <a:pt x="203483" y="76306"/>
                </a:cubicBezTo>
                <a:cubicBezTo>
                  <a:pt x="203483" y="55242"/>
                  <a:pt x="186393" y="38153"/>
                  <a:pt x="165330" y="38153"/>
                </a:cubicBezTo>
                <a:cubicBezTo>
                  <a:pt x="158295" y="38153"/>
                  <a:pt x="151738" y="40061"/>
                  <a:pt x="146094" y="43359"/>
                </a:cubicBezTo>
                <a:cubicBezTo>
                  <a:pt x="136516" y="25157"/>
                  <a:pt x="117400" y="12718"/>
                  <a:pt x="95382" y="12718"/>
                </a:cubicBezTo>
                <a:cubicBezTo>
                  <a:pt x="63787" y="12718"/>
                  <a:pt x="38153" y="38352"/>
                  <a:pt x="38153" y="69947"/>
                </a:cubicBezTo>
                <a:cubicBezTo>
                  <a:pt x="38153" y="73127"/>
                  <a:pt x="38431" y="76266"/>
                  <a:pt x="38908" y="79287"/>
                </a:cubicBezTo>
                <a:cubicBezTo>
                  <a:pt x="16295" y="86917"/>
                  <a:pt x="0" y="108339"/>
                  <a:pt x="0" y="13353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6815820" y="4449489"/>
            <a:ext cx="1432857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Cloud Hosting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10505" y="4927673"/>
            <a:ext cx="1753342" cy="786799"/>
          </a:xfrm>
          <a:custGeom>
            <a:avLst/>
            <a:gdLst/>
            <a:ahLst/>
            <a:cxnLst/>
            <a:rect l="l" t="t" r="r" b="b"/>
            <a:pathLst>
              <a:path w="1753342" h="786799">
                <a:moveTo>
                  <a:pt x="67830" y="0"/>
                </a:moveTo>
                <a:lnTo>
                  <a:pt x="1685512" y="0"/>
                </a:lnTo>
                <a:cubicBezTo>
                  <a:pt x="1722973" y="0"/>
                  <a:pt x="1753342" y="30369"/>
                  <a:pt x="1753342" y="67830"/>
                </a:cubicBezTo>
                <a:lnTo>
                  <a:pt x="1753342" y="718969"/>
                </a:lnTo>
                <a:cubicBezTo>
                  <a:pt x="1753342" y="756431"/>
                  <a:pt x="1722973" y="786799"/>
                  <a:pt x="1685512" y="786799"/>
                </a:cubicBezTo>
                <a:lnTo>
                  <a:pt x="67830" y="786799"/>
                </a:lnTo>
                <a:cubicBezTo>
                  <a:pt x="30369" y="786799"/>
                  <a:pt x="0" y="756431"/>
                  <a:pt x="0" y="718969"/>
                </a:cubicBezTo>
                <a:lnTo>
                  <a:pt x="0" y="67830"/>
                </a:lnTo>
                <a:cubicBezTo>
                  <a:pt x="0" y="30394"/>
                  <a:pt x="30394" y="0"/>
                  <a:pt x="6783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96245" y="5032804"/>
            <a:ext cx="178047" cy="203483"/>
          </a:xfrm>
          <a:custGeom>
            <a:avLst/>
            <a:gdLst/>
            <a:ahLst/>
            <a:cxnLst/>
            <a:rect l="l" t="t" r="r" b="b"/>
            <a:pathLst>
              <a:path w="178047" h="203483">
                <a:moveTo>
                  <a:pt x="25435" y="12718"/>
                </a:moveTo>
                <a:cubicBezTo>
                  <a:pt x="11406" y="12718"/>
                  <a:pt x="0" y="24124"/>
                  <a:pt x="0" y="38153"/>
                </a:cubicBezTo>
                <a:lnTo>
                  <a:pt x="0" y="63588"/>
                </a:lnTo>
                <a:cubicBezTo>
                  <a:pt x="0" y="77617"/>
                  <a:pt x="11406" y="89024"/>
                  <a:pt x="25435" y="89024"/>
                </a:cubicBezTo>
                <a:lnTo>
                  <a:pt x="152612" y="89024"/>
                </a:lnTo>
                <a:cubicBezTo>
                  <a:pt x="166641" y="89024"/>
                  <a:pt x="178047" y="77617"/>
                  <a:pt x="178047" y="63588"/>
                </a:cubicBezTo>
                <a:lnTo>
                  <a:pt x="178047" y="38153"/>
                </a:lnTo>
                <a:cubicBezTo>
                  <a:pt x="178047" y="24124"/>
                  <a:pt x="166641" y="12718"/>
                  <a:pt x="152612" y="12718"/>
                </a:cubicBezTo>
                <a:lnTo>
                  <a:pt x="25435" y="12718"/>
                </a:lnTo>
                <a:close/>
                <a:moveTo>
                  <a:pt x="111280" y="41332"/>
                </a:moveTo>
                <a:cubicBezTo>
                  <a:pt x="116544" y="41332"/>
                  <a:pt x="120818" y="45606"/>
                  <a:pt x="120818" y="50871"/>
                </a:cubicBezTo>
                <a:cubicBezTo>
                  <a:pt x="120818" y="56135"/>
                  <a:pt x="116544" y="60409"/>
                  <a:pt x="111280" y="60409"/>
                </a:cubicBezTo>
                <a:cubicBezTo>
                  <a:pt x="106015" y="60409"/>
                  <a:pt x="101741" y="56135"/>
                  <a:pt x="101741" y="50871"/>
                </a:cubicBezTo>
                <a:cubicBezTo>
                  <a:pt x="101741" y="45606"/>
                  <a:pt x="106015" y="41332"/>
                  <a:pt x="111280" y="41332"/>
                </a:cubicBezTo>
                <a:close/>
                <a:moveTo>
                  <a:pt x="133535" y="50871"/>
                </a:moveTo>
                <a:cubicBezTo>
                  <a:pt x="133535" y="45606"/>
                  <a:pt x="137809" y="41332"/>
                  <a:pt x="143074" y="41332"/>
                </a:cubicBezTo>
                <a:cubicBezTo>
                  <a:pt x="148338" y="41332"/>
                  <a:pt x="152612" y="45606"/>
                  <a:pt x="152612" y="50871"/>
                </a:cubicBezTo>
                <a:cubicBezTo>
                  <a:pt x="152612" y="56135"/>
                  <a:pt x="148338" y="60409"/>
                  <a:pt x="143074" y="60409"/>
                </a:cubicBezTo>
                <a:cubicBezTo>
                  <a:pt x="137809" y="60409"/>
                  <a:pt x="133535" y="56135"/>
                  <a:pt x="133535" y="50871"/>
                </a:cubicBezTo>
                <a:close/>
                <a:moveTo>
                  <a:pt x="25435" y="114459"/>
                </a:moveTo>
                <a:cubicBezTo>
                  <a:pt x="11406" y="114459"/>
                  <a:pt x="0" y="125865"/>
                  <a:pt x="0" y="139894"/>
                </a:cubicBezTo>
                <a:lnTo>
                  <a:pt x="0" y="165330"/>
                </a:lnTo>
                <a:cubicBezTo>
                  <a:pt x="0" y="179359"/>
                  <a:pt x="11406" y="190765"/>
                  <a:pt x="25435" y="190765"/>
                </a:cubicBezTo>
                <a:lnTo>
                  <a:pt x="152612" y="190765"/>
                </a:lnTo>
                <a:cubicBezTo>
                  <a:pt x="166641" y="190765"/>
                  <a:pt x="178047" y="179359"/>
                  <a:pt x="178047" y="165330"/>
                </a:cubicBezTo>
                <a:lnTo>
                  <a:pt x="178047" y="139894"/>
                </a:lnTo>
                <a:cubicBezTo>
                  <a:pt x="178047" y="125865"/>
                  <a:pt x="166641" y="114459"/>
                  <a:pt x="152612" y="114459"/>
                </a:cubicBezTo>
                <a:lnTo>
                  <a:pt x="25435" y="114459"/>
                </a:lnTo>
                <a:close/>
                <a:moveTo>
                  <a:pt x="111280" y="143074"/>
                </a:moveTo>
                <a:cubicBezTo>
                  <a:pt x="116544" y="143074"/>
                  <a:pt x="120818" y="147348"/>
                  <a:pt x="120818" y="152612"/>
                </a:cubicBezTo>
                <a:cubicBezTo>
                  <a:pt x="120818" y="157876"/>
                  <a:pt x="116544" y="162150"/>
                  <a:pt x="111280" y="162150"/>
                </a:cubicBezTo>
                <a:cubicBezTo>
                  <a:pt x="106015" y="162150"/>
                  <a:pt x="101741" y="157876"/>
                  <a:pt x="101741" y="152612"/>
                </a:cubicBezTo>
                <a:cubicBezTo>
                  <a:pt x="101741" y="147348"/>
                  <a:pt x="106015" y="143074"/>
                  <a:pt x="111280" y="143074"/>
                </a:cubicBezTo>
                <a:close/>
                <a:moveTo>
                  <a:pt x="133535" y="152612"/>
                </a:moveTo>
                <a:cubicBezTo>
                  <a:pt x="133535" y="147348"/>
                  <a:pt x="137809" y="143074"/>
                  <a:pt x="143074" y="143074"/>
                </a:cubicBezTo>
                <a:cubicBezTo>
                  <a:pt x="148338" y="143074"/>
                  <a:pt x="152612" y="147348"/>
                  <a:pt x="152612" y="152612"/>
                </a:cubicBezTo>
                <a:cubicBezTo>
                  <a:pt x="152612" y="157876"/>
                  <a:pt x="148338" y="162150"/>
                  <a:pt x="143074" y="162150"/>
                </a:cubicBezTo>
                <a:cubicBezTo>
                  <a:pt x="137809" y="162150"/>
                  <a:pt x="133535" y="157876"/>
                  <a:pt x="133535" y="15261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2" name="Text 60"/>
          <p:cNvSpPr/>
          <p:nvPr/>
        </p:nvSpPr>
        <p:spPr>
          <a:xfrm>
            <a:off x="6385963" y="5304114"/>
            <a:ext cx="1602426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5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DigitalOcean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90202" y="5473683"/>
            <a:ext cx="1593947" cy="135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VM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134747" y="4927673"/>
            <a:ext cx="1753342" cy="786799"/>
          </a:xfrm>
          <a:custGeom>
            <a:avLst/>
            <a:gdLst/>
            <a:ahLst/>
            <a:cxnLst/>
            <a:rect l="l" t="t" r="r" b="b"/>
            <a:pathLst>
              <a:path w="1753342" h="786799">
                <a:moveTo>
                  <a:pt x="67830" y="0"/>
                </a:moveTo>
                <a:lnTo>
                  <a:pt x="1685512" y="0"/>
                </a:lnTo>
                <a:cubicBezTo>
                  <a:pt x="1722973" y="0"/>
                  <a:pt x="1753342" y="30369"/>
                  <a:pt x="1753342" y="67830"/>
                </a:cubicBezTo>
                <a:lnTo>
                  <a:pt x="1753342" y="718969"/>
                </a:lnTo>
                <a:cubicBezTo>
                  <a:pt x="1753342" y="756431"/>
                  <a:pt x="1722973" y="786799"/>
                  <a:pt x="1685512" y="786799"/>
                </a:cubicBezTo>
                <a:lnTo>
                  <a:pt x="67830" y="786799"/>
                </a:lnTo>
                <a:cubicBezTo>
                  <a:pt x="30369" y="786799"/>
                  <a:pt x="0" y="756431"/>
                  <a:pt x="0" y="718969"/>
                </a:cubicBezTo>
                <a:lnTo>
                  <a:pt x="0" y="67830"/>
                </a:lnTo>
                <a:cubicBezTo>
                  <a:pt x="0" y="30394"/>
                  <a:pt x="30394" y="0"/>
                  <a:pt x="6783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920593" y="5032804"/>
            <a:ext cx="178047" cy="203483"/>
          </a:xfrm>
          <a:custGeom>
            <a:avLst/>
            <a:gdLst/>
            <a:ahLst/>
            <a:cxnLst/>
            <a:rect l="l" t="t" r="r" b="b"/>
            <a:pathLst>
              <a:path w="178047" h="203483">
                <a:moveTo>
                  <a:pt x="178047" y="81790"/>
                </a:moveTo>
                <a:cubicBezTo>
                  <a:pt x="172165" y="85685"/>
                  <a:pt x="165409" y="88825"/>
                  <a:pt x="158375" y="91329"/>
                </a:cubicBezTo>
                <a:cubicBezTo>
                  <a:pt x="139696" y="98005"/>
                  <a:pt x="115174" y="101741"/>
                  <a:pt x="89024" y="101741"/>
                </a:cubicBezTo>
                <a:cubicBezTo>
                  <a:pt x="62873" y="101741"/>
                  <a:pt x="38312" y="97966"/>
                  <a:pt x="19673" y="91329"/>
                </a:cubicBezTo>
                <a:cubicBezTo>
                  <a:pt x="12678" y="88825"/>
                  <a:pt x="5882" y="85685"/>
                  <a:pt x="0" y="81790"/>
                </a:cubicBezTo>
                <a:lnTo>
                  <a:pt x="0" y="114459"/>
                </a:lnTo>
                <a:cubicBezTo>
                  <a:pt x="0" y="132025"/>
                  <a:pt x="39862" y="146253"/>
                  <a:pt x="89024" y="146253"/>
                </a:cubicBezTo>
                <a:cubicBezTo>
                  <a:pt x="138185" y="146253"/>
                  <a:pt x="178047" y="132025"/>
                  <a:pt x="178047" y="114459"/>
                </a:cubicBezTo>
                <a:lnTo>
                  <a:pt x="178047" y="81790"/>
                </a:lnTo>
                <a:close/>
                <a:moveTo>
                  <a:pt x="178047" y="50871"/>
                </a:moveTo>
                <a:lnTo>
                  <a:pt x="178047" y="31794"/>
                </a:lnTo>
                <a:cubicBezTo>
                  <a:pt x="178047" y="14228"/>
                  <a:pt x="138185" y="0"/>
                  <a:pt x="89024" y="0"/>
                </a:cubicBezTo>
                <a:cubicBezTo>
                  <a:pt x="39862" y="0"/>
                  <a:pt x="0" y="14228"/>
                  <a:pt x="0" y="31794"/>
                </a:cubicBezTo>
                <a:lnTo>
                  <a:pt x="0" y="50871"/>
                </a:lnTo>
                <a:cubicBezTo>
                  <a:pt x="0" y="68437"/>
                  <a:pt x="39862" y="82665"/>
                  <a:pt x="89024" y="82665"/>
                </a:cubicBezTo>
                <a:cubicBezTo>
                  <a:pt x="138185" y="82665"/>
                  <a:pt x="178047" y="68437"/>
                  <a:pt x="178047" y="50871"/>
                </a:cubicBezTo>
                <a:close/>
                <a:moveTo>
                  <a:pt x="158375" y="154917"/>
                </a:moveTo>
                <a:cubicBezTo>
                  <a:pt x="139735" y="161554"/>
                  <a:pt x="115214" y="165330"/>
                  <a:pt x="89024" y="165330"/>
                </a:cubicBezTo>
                <a:cubicBezTo>
                  <a:pt x="62833" y="165330"/>
                  <a:pt x="38312" y="161554"/>
                  <a:pt x="19673" y="154917"/>
                </a:cubicBezTo>
                <a:cubicBezTo>
                  <a:pt x="12678" y="152413"/>
                  <a:pt x="5882" y="149274"/>
                  <a:pt x="0" y="145379"/>
                </a:cubicBezTo>
                <a:lnTo>
                  <a:pt x="0" y="171688"/>
                </a:lnTo>
                <a:cubicBezTo>
                  <a:pt x="0" y="189255"/>
                  <a:pt x="39862" y="203483"/>
                  <a:pt x="89024" y="203483"/>
                </a:cubicBezTo>
                <a:cubicBezTo>
                  <a:pt x="138185" y="203483"/>
                  <a:pt x="178047" y="189255"/>
                  <a:pt x="178047" y="171688"/>
                </a:cubicBezTo>
                <a:lnTo>
                  <a:pt x="178047" y="145379"/>
                </a:lnTo>
                <a:cubicBezTo>
                  <a:pt x="172165" y="149274"/>
                  <a:pt x="165409" y="152413"/>
                  <a:pt x="158375" y="15491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8210205" y="5304114"/>
            <a:ext cx="1602426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5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AWS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214445" y="5473683"/>
            <a:ext cx="1593947" cy="135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959097" y="4927673"/>
            <a:ext cx="1753342" cy="786799"/>
          </a:xfrm>
          <a:custGeom>
            <a:avLst/>
            <a:gdLst/>
            <a:ahLst/>
            <a:cxnLst/>
            <a:rect l="l" t="t" r="r" b="b"/>
            <a:pathLst>
              <a:path w="1753342" h="786799">
                <a:moveTo>
                  <a:pt x="67830" y="0"/>
                </a:moveTo>
                <a:lnTo>
                  <a:pt x="1685512" y="0"/>
                </a:lnTo>
                <a:cubicBezTo>
                  <a:pt x="1722973" y="0"/>
                  <a:pt x="1753342" y="30369"/>
                  <a:pt x="1753342" y="67830"/>
                </a:cubicBezTo>
                <a:lnTo>
                  <a:pt x="1753342" y="718969"/>
                </a:lnTo>
                <a:cubicBezTo>
                  <a:pt x="1753342" y="756431"/>
                  <a:pt x="1722973" y="786799"/>
                  <a:pt x="1685512" y="786799"/>
                </a:cubicBezTo>
                <a:lnTo>
                  <a:pt x="67830" y="786799"/>
                </a:lnTo>
                <a:cubicBezTo>
                  <a:pt x="30369" y="786799"/>
                  <a:pt x="0" y="756431"/>
                  <a:pt x="0" y="718969"/>
                </a:cubicBezTo>
                <a:lnTo>
                  <a:pt x="0" y="67830"/>
                </a:lnTo>
                <a:cubicBezTo>
                  <a:pt x="0" y="30394"/>
                  <a:pt x="30394" y="0"/>
                  <a:pt x="6783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744836" y="5032804"/>
            <a:ext cx="178047" cy="203483"/>
          </a:xfrm>
          <a:custGeom>
            <a:avLst/>
            <a:gdLst/>
            <a:ahLst/>
            <a:cxnLst/>
            <a:rect l="l" t="t" r="r" b="b"/>
            <a:pathLst>
              <a:path w="178047" h="203483">
                <a:moveTo>
                  <a:pt x="25435" y="12718"/>
                </a:moveTo>
                <a:cubicBezTo>
                  <a:pt x="11406" y="12718"/>
                  <a:pt x="0" y="24124"/>
                  <a:pt x="0" y="38153"/>
                </a:cubicBezTo>
                <a:lnTo>
                  <a:pt x="0" y="103371"/>
                </a:lnTo>
                <a:cubicBezTo>
                  <a:pt x="7193" y="98323"/>
                  <a:pt x="15977" y="95382"/>
                  <a:pt x="25435" y="95382"/>
                </a:cubicBezTo>
                <a:lnTo>
                  <a:pt x="152612" y="95382"/>
                </a:lnTo>
                <a:cubicBezTo>
                  <a:pt x="162071" y="95382"/>
                  <a:pt x="170854" y="98323"/>
                  <a:pt x="178047" y="103371"/>
                </a:cubicBezTo>
                <a:lnTo>
                  <a:pt x="178047" y="38153"/>
                </a:lnTo>
                <a:cubicBezTo>
                  <a:pt x="178047" y="24124"/>
                  <a:pt x="166641" y="12718"/>
                  <a:pt x="152612" y="12718"/>
                </a:cubicBezTo>
                <a:lnTo>
                  <a:pt x="25435" y="12718"/>
                </a:lnTo>
                <a:close/>
                <a:moveTo>
                  <a:pt x="178047" y="139894"/>
                </a:moveTo>
                <a:cubicBezTo>
                  <a:pt x="178047" y="125865"/>
                  <a:pt x="166641" y="114459"/>
                  <a:pt x="152612" y="114459"/>
                </a:cubicBezTo>
                <a:lnTo>
                  <a:pt x="25435" y="114459"/>
                </a:lnTo>
                <a:cubicBezTo>
                  <a:pt x="11406" y="114459"/>
                  <a:pt x="0" y="125865"/>
                  <a:pt x="0" y="139894"/>
                </a:cubicBezTo>
                <a:lnTo>
                  <a:pt x="0" y="165330"/>
                </a:lnTo>
                <a:cubicBezTo>
                  <a:pt x="0" y="179359"/>
                  <a:pt x="11406" y="190765"/>
                  <a:pt x="25435" y="190765"/>
                </a:cubicBezTo>
                <a:lnTo>
                  <a:pt x="152612" y="190765"/>
                </a:lnTo>
                <a:cubicBezTo>
                  <a:pt x="166641" y="190765"/>
                  <a:pt x="178047" y="179359"/>
                  <a:pt x="178047" y="165330"/>
                </a:cubicBezTo>
                <a:lnTo>
                  <a:pt x="178047" y="139894"/>
                </a:lnTo>
                <a:close/>
                <a:moveTo>
                  <a:pt x="89024" y="152612"/>
                </a:moveTo>
                <a:cubicBezTo>
                  <a:pt x="89024" y="145593"/>
                  <a:pt x="94722" y="139894"/>
                  <a:pt x="101741" y="139894"/>
                </a:cubicBezTo>
                <a:cubicBezTo>
                  <a:pt x="108760" y="139894"/>
                  <a:pt x="114459" y="145593"/>
                  <a:pt x="114459" y="152612"/>
                </a:cubicBezTo>
                <a:cubicBezTo>
                  <a:pt x="114459" y="159631"/>
                  <a:pt x="108760" y="165330"/>
                  <a:pt x="101741" y="165330"/>
                </a:cubicBezTo>
                <a:cubicBezTo>
                  <a:pt x="94722" y="165330"/>
                  <a:pt x="89024" y="159631"/>
                  <a:pt x="89024" y="152612"/>
                </a:cubicBezTo>
                <a:close/>
                <a:moveTo>
                  <a:pt x="139894" y="139894"/>
                </a:moveTo>
                <a:cubicBezTo>
                  <a:pt x="146913" y="139894"/>
                  <a:pt x="152612" y="145593"/>
                  <a:pt x="152612" y="152612"/>
                </a:cubicBezTo>
                <a:cubicBezTo>
                  <a:pt x="152612" y="159631"/>
                  <a:pt x="146913" y="165330"/>
                  <a:pt x="139894" y="165330"/>
                </a:cubicBezTo>
                <a:cubicBezTo>
                  <a:pt x="132875" y="165330"/>
                  <a:pt x="127177" y="159631"/>
                  <a:pt x="127177" y="152612"/>
                </a:cubicBezTo>
                <a:cubicBezTo>
                  <a:pt x="127177" y="145593"/>
                  <a:pt x="132875" y="139894"/>
                  <a:pt x="139894" y="13989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0" name="Text 68"/>
          <p:cNvSpPr/>
          <p:nvPr/>
        </p:nvSpPr>
        <p:spPr>
          <a:xfrm>
            <a:off x="10034554" y="5304114"/>
            <a:ext cx="1602426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5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Linode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038793" y="5473683"/>
            <a:ext cx="1593947" cy="135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1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42529" y="5999240"/>
            <a:ext cx="11512029" cy="515489"/>
          </a:xfrm>
          <a:custGeom>
            <a:avLst/>
            <a:gdLst/>
            <a:ahLst/>
            <a:cxnLst/>
            <a:rect l="l" t="t" r="r" b="b"/>
            <a:pathLst>
              <a:path w="11512029" h="515489">
                <a:moveTo>
                  <a:pt x="101742" y="0"/>
                </a:moveTo>
                <a:lnTo>
                  <a:pt x="11410287" y="0"/>
                </a:lnTo>
                <a:cubicBezTo>
                  <a:pt x="11466477" y="0"/>
                  <a:pt x="11512029" y="45551"/>
                  <a:pt x="11512029" y="101742"/>
                </a:cubicBezTo>
                <a:lnTo>
                  <a:pt x="11512029" y="413747"/>
                </a:lnTo>
                <a:cubicBezTo>
                  <a:pt x="11512029" y="469938"/>
                  <a:pt x="11466477" y="515489"/>
                  <a:pt x="11410287" y="515489"/>
                </a:cubicBezTo>
                <a:lnTo>
                  <a:pt x="101742" y="515489"/>
                </a:lnTo>
                <a:cubicBezTo>
                  <a:pt x="45551" y="515489"/>
                  <a:pt x="0" y="469938"/>
                  <a:pt x="0" y="413747"/>
                </a:cubicBezTo>
                <a:lnTo>
                  <a:pt x="0" y="101742"/>
                </a:lnTo>
                <a:cubicBezTo>
                  <a:pt x="0" y="45552"/>
                  <a:pt x="45551" y="0"/>
                  <a:pt x="10174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50000">
                <a:srgbClr val="06B6D4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182383" y="6178984"/>
            <a:ext cx="152612" cy="152612"/>
          </a:xfrm>
          <a:custGeom>
            <a:avLst/>
            <a:gdLst/>
            <a:ahLst/>
            <a:cxnLst/>
            <a:rect l="l" t="t" r="r" b="b"/>
            <a:pathLst>
              <a:path w="152612" h="152612">
                <a:moveTo>
                  <a:pt x="76306" y="152612"/>
                </a:moveTo>
                <a:cubicBezTo>
                  <a:pt x="118420" y="152612"/>
                  <a:pt x="152612" y="118420"/>
                  <a:pt x="152612" y="76306"/>
                </a:cubicBezTo>
                <a:cubicBezTo>
                  <a:pt x="152612" y="34192"/>
                  <a:pt x="118420" y="0"/>
                  <a:pt x="76306" y="0"/>
                </a:cubicBezTo>
                <a:cubicBezTo>
                  <a:pt x="34192" y="0"/>
                  <a:pt x="0" y="34192"/>
                  <a:pt x="0" y="76306"/>
                </a:cubicBezTo>
                <a:cubicBezTo>
                  <a:pt x="0" y="118420"/>
                  <a:pt x="34192" y="152612"/>
                  <a:pt x="76306" y="152612"/>
                </a:cubicBezTo>
                <a:close/>
                <a:moveTo>
                  <a:pt x="101463" y="63400"/>
                </a:moveTo>
                <a:lnTo>
                  <a:pt x="77617" y="101553"/>
                </a:lnTo>
                <a:cubicBezTo>
                  <a:pt x="76366" y="103550"/>
                  <a:pt x="74219" y="104801"/>
                  <a:pt x="71865" y="104921"/>
                </a:cubicBezTo>
                <a:cubicBezTo>
                  <a:pt x="69510" y="105040"/>
                  <a:pt x="67245" y="103967"/>
                  <a:pt x="65844" y="102059"/>
                </a:cubicBezTo>
                <a:lnTo>
                  <a:pt x="51536" y="82983"/>
                </a:lnTo>
                <a:cubicBezTo>
                  <a:pt x="49152" y="79823"/>
                  <a:pt x="49808" y="75352"/>
                  <a:pt x="52967" y="72968"/>
                </a:cubicBezTo>
                <a:cubicBezTo>
                  <a:pt x="56127" y="70583"/>
                  <a:pt x="60598" y="71239"/>
                  <a:pt x="62982" y="74398"/>
                </a:cubicBezTo>
                <a:lnTo>
                  <a:pt x="71030" y="85129"/>
                </a:lnTo>
                <a:lnTo>
                  <a:pt x="89332" y="55829"/>
                </a:lnTo>
                <a:cubicBezTo>
                  <a:pt x="91418" y="52490"/>
                  <a:pt x="95830" y="51447"/>
                  <a:pt x="99198" y="53563"/>
                </a:cubicBezTo>
                <a:cubicBezTo>
                  <a:pt x="102566" y="55680"/>
                  <a:pt x="103579" y="60061"/>
                  <a:pt x="101463" y="6342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4" name="Text 72"/>
          <p:cNvSpPr/>
          <p:nvPr/>
        </p:nvSpPr>
        <p:spPr>
          <a:xfrm>
            <a:off x="683708" y="6138289"/>
            <a:ext cx="11069957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Production-grade, scalable, secure technology stack ready for enterprise deployment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2074545" cy="312420"/>
          </a:xfrm>
          <a:custGeom>
            <a:avLst/>
            <a:gdLst/>
            <a:ahLst/>
            <a:cxnLst/>
            <a:rect l="l" t="t" r="r" b="b"/>
            <a:pathLst>
              <a:path w="2074545" h="312420">
                <a:moveTo>
                  <a:pt x="156210" y="0"/>
                </a:moveTo>
                <a:lnTo>
                  <a:pt x="1918335" y="0"/>
                </a:lnTo>
                <a:cubicBezTo>
                  <a:pt x="2004607" y="0"/>
                  <a:pt x="2074545" y="69938"/>
                  <a:pt x="2074545" y="156210"/>
                </a:cubicBezTo>
                <a:lnTo>
                  <a:pt x="2074545" y="156210"/>
                </a:lnTo>
                <a:cubicBezTo>
                  <a:pt x="2074545" y="242482"/>
                  <a:pt x="2004607" y="312420"/>
                  <a:pt x="1918335" y="312420"/>
                </a:cubicBezTo>
                <a:lnTo>
                  <a:pt x="156210" y="312420"/>
                </a:lnTo>
                <a:cubicBezTo>
                  <a:pt x="69938" y="312420"/>
                  <a:pt x="0" y="242482"/>
                  <a:pt x="0" y="156210"/>
                </a:cubicBezTo>
                <a:lnTo>
                  <a:pt x="0" y="156210"/>
                </a:lnTo>
                <a:cubicBezTo>
                  <a:pt x="0" y="69938"/>
                  <a:pt x="69938" y="0"/>
                  <a:pt x="156210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 w="10160">
            <a:solidFill>
              <a:srgbClr val="F97316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020" y="472441"/>
            <a:ext cx="18296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COMPONENTS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724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Per-Pit Monitoring Kit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196341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plug-and-play solution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543051"/>
            <a:ext cx="5646420" cy="1788795"/>
          </a:xfrm>
          <a:custGeom>
            <a:avLst/>
            <a:gdLst/>
            <a:ahLst/>
            <a:cxnLst/>
            <a:rect l="l" t="t" r="r" b="b"/>
            <a:pathLst>
              <a:path w="5646420" h="1788795">
                <a:moveTo>
                  <a:pt x="152405" y="0"/>
                </a:moveTo>
                <a:lnTo>
                  <a:pt x="5494015" y="0"/>
                </a:lnTo>
                <a:cubicBezTo>
                  <a:pt x="5578186" y="0"/>
                  <a:pt x="5646420" y="68234"/>
                  <a:pt x="5646420" y="152405"/>
                </a:cubicBezTo>
                <a:lnTo>
                  <a:pt x="5646420" y="1636390"/>
                </a:lnTo>
                <a:cubicBezTo>
                  <a:pt x="5646420" y="1720561"/>
                  <a:pt x="5578186" y="1788795"/>
                  <a:pt x="5494015" y="1788795"/>
                </a:cubicBezTo>
                <a:lnTo>
                  <a:pt x="152405" y="1788795"/>
                </a:lnTo>
                <a:cubicBezTo>
                  <a:pt x="68234" y="1788795"/>
                  <a:pt x="0" y="1720561"/>
                  <a:pt x="0" y="1636390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6730" y="1664969"/>
            <a:ext cx="902970" cy="902970"/>
          </a:xfrm>
          <a:custGeom>
            <a:avLst/>
            <a:gdLst/>
            <a:ahLst/>
            <a:cxnLst/>
            <a:rect l="l" t="t" r="r" b="b"/>
            <a:pathLst>
              <a:path w="902970" h="902970">
                <a:moveTo>
                  <a:pt x="114298" y="0"/>
                </a:moveTo>
                <a:lnTo>
                  <a:pt x="788672" y="0"/>
                </a:lnTo>
                <a:cubicBezTo>
                  <a:pt x="851797" y="0"/>
                  <a:pt x="902970" y="51173"/>
                  <a:pt x="902970" y="114298"/>
                </a:cubicBezTo>
                <a:lnTo>
                  <a:pt x="902970" y="788672"/>
                </a:lnTo>
                <a:cubicBezTo>
                  <a:pt x="902970" y="851797"/>
                  <a:pt x="851797" y="902970"/>
                  <a:pt x="7886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7239" y="1946909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64294" y="42863"/>
                </a:moveTo>
                <a:cubicBezTo>
                  <a:pt x="40652" y="42863"/>
                  <a:pt x="21431" y="62084"/>
                  <a:pt x="21431" y="85725"/>
                </a:cubicBezTo>
                <a:lnTo>
                  <a:pt x="21431" y="257175"/>
                </a:lnTo>
                <a:cubicBezTo>
                  <a:pt x="21431" y="280816"/>
                  <a:pt x="40652" y="300038"/>
                  <a:pt x="64294" y="300038"/>
                </a:cubicBezTo>
                <a:lnTo>
                  <a:pt x="235744" y="300038"/>
                </a:lnTo>
                <a:cubicBezTo>
                  <a:pt x="259385" y="300038"/>
                  <a:pt x="278606" y="280816"/>
                  <a:pt x="278606" y="257175"/>
                </a:cubicBezTo>
                <a:lnTo>
                  <a:pt x="278606" y="85725"/>
                </a:lnTo>
                <a:cubicBezTo>
                  <a:pt x="278606" y="62084"/>
                  <a:pt x="259385" y="42863"/>
                  <a:pt x="235744" y="42863"/>
                </a:cubicBezTo>
                <a:lnTo>
                  <a:pt x="64294" y="42863"/>
                </a:lnTo>
                <a:close/>
                <a:moveTo>
                  <a:pt x="310753" y="225028"/>
                </a:moveTo>
                <a:lnTo>
                  <a:pt x="359978" y="264408"/>
                </a:lnTo>
                <a:cubicBezTo>
                  <a:pt x="362791" y="266685"/>
                  <a:pt x="366273" y="267891"/>
                  <a:pt x="369890" y="267891"/>
                </a:cubicBezTo>
                <a:cubicBezTo>
                  <a:pt x="378663" y="267891"/>
                  <a:pt x="385763" y="260792"/>
                  <a:pt x="385763" y="252018"/>
                </a:cubicBezTo>
                <a:lnTo>
                  <a:pt x="385763" y="90882"/>
                </a:lnTo>
                <a:cubicBezTo>
                  <a:pt x="385763" y="82108"/>
                  <a:pt x="378663" y="75009"/>
                  <a:pt x="369890" y="75009"/>
                </a:cubicBezTo>
                <a:cubicBezTo>
                  <a:pt x="366273" y="75009"/>
                  <a:pt x="362791" y="76215"/>
                  <a:pt x="359978" y="78492"/>
                </a:cubicBezTo>
                <a:lnTo>
                  <a:pt x="310753" y="117872"/>
                </a:lnTo>
                <a:lnTo>
                  <a:pt x="310753" y="22502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531620" y="1661159"/>
            <a:ext cx="446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IP Camera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31620" y="1965959"/>
            <a:ext cx="444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Hikvision DS-2CD1323G0E-I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51861" y="2223018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655445" y="2194559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2MP (1080p) Resolution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551861" y="2394347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655445" y="2365893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Night Vision IR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51861" y="2565681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655445" y="2537222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PoE Powered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551861" y="2737010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655445" y="2708556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RTSP Streaming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531620" y="2902745"/>
            <a:ext cx="4381500" cy="7620"/>
          </a:xfrm>
          <a:custGeom>
            <a:avLst/>
            <a:gdLst/>
            <a:ahLst/>
            <a:cxnLst/>
            <a:rect l="l" t="t" r="r" b="b"/>
            <a:pathLst>
              <a:path w="4381500" h="7620">
                <a:moveTo>
                  <a:pt x="0" y="0"/>
                </a:moveTo>
                <a:lnTo>
                  <a:pt x="4381500" y="0"/>
                </a:lnTo>
                <a:lnTo>
                  <a:pt x="43815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531620" y="3001803"/>
            <a:ext cx="53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Price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74839" y="2944653"/>
            <a:ext cx="62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₹3,500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56960" y="1543051"/>
            <a:ext cx="5646420" cy="1788795"/>
          </a:xfrm>
          <a:custGeom>
            <a:avLst/>
            <a:gdLst/>
            <a:ahLst/>
            <a:cxnLst/>
            <a:rect l="l" t="t" r="r" b="b"/>
            <a:pathLst>
              <a:path w="5646420" h="1788795">
                <a:moveTo>
                  <a:pt x="152405" y="0"/>
                </a:moveTo>
                <a:lnTo>
                  <a:pt x="5494015" y="0"/>
                </a:lnTo>
                <a:cubicBezTo>
                  <a:pt x="5578186" y="0"/>
                  <a:pt x="5646420" y="68234"/>
                  <a:pt x="5646420" y="152405"/>
                </a:cubicBezTo>
                <a:lnTo>
                  <a:pt x="5646420" y="1636390"/>
                </a:lnTo>
                <a:cubicBezTo>
                  <a:pt x="5646420" y="1720561"/>
                  <a:pt x="5578186" y="1788795"/>
                  <a:pt x="5494015" y="1788795"/>
                </a:cubicBezTo>
                <a:lnTo>
                  <a:pt x="152405" y="1788795"/>
                </a:lnTo>
                <a:cubicBezTo>
                  <a:pt x="68234" y="1788795"/>
                  <a:pt x="0" y="1720561"/>
                  <a:pt x="0" y="1636390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8880" y="1664969"/>
            <a:ext cx="902970" cy="902970"/>
          </a:xfrm>
          <a:custGeom>
            <a:avLst/>
            <a:gdLst/>
            <a:ahLst/>
            <a:cxnLst/>
            <a:rect l="l" t="t" r="r" b="b"/>
            <a:pathLst>
              <a:path w="902970" h="902970">
                <a:moveTo>
                  <a:pt x="114298" y="0"/>
                </a:moveTo>
                <a:lnTo>
                  <a:pt x="788672" y="0"/>
                </a:lnTo>
                <a:cubicBezTo>
                  <a:pt x="851797" y="0"/>
                  <a:pt x="902970" y="51173"/>
                  <a:pt x="902970" y="114298"/>
                </a:cubicBezTo>
                <a:lnTo>
                  <a:pt x="902970" y="788672"/>
                </a:lnTo>
                <a:cubicBezTo>
                  <a:pt x="902970" y="851797"/>
                  <a:pt x="851797" y="902970"/>
                  <a:pt x="7886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60820" y="194690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17872" y="16073"/>
                </a:moveTo>
                <a:cubicBezTo>
                  <a:pt x="117872" y="7166"/>
                  <a:pt x="110706" y="0"/>
                  <a:pt x="101798" y="0"/>
                </a:cubicBezTo>
                <a:cubicBezTo>
                  <a:pt x="92891" y="0"/>
                  <a:pt x="85725" y="7166"/>
                  <a:pt x="85725" y="16073"/>
                </a:cubicBezTo>
                <a:lnTo>
                  <a:pt x="85725" y="42863"/>
                </a:lnTo>
                <a:cubicBezTo>
                  <a:pt x="62084" y="42863"/>
                  <a:pt x="42863" y="62084"/>
                  <a:pt x="42863" y="85725"/>
                </a:cubicBezTo>
                <a:lnTo>
                  <a:pt x="16073" y="85725"/>
                </a:lnTo>
                <a:cubicBezTo>
                  <a:pt x="7166" y="85725"/>
                  <a:pt x="0" y="92891"/>
                  <a:pt x="0" y="101798"/>
                </a:cubicBezTo>
                <a:cubicBezTo>
                  <a:pt x="0" y="110706"/>
                  <a:pt x="7166" y="117872"/>
                  <a:pt x="16073" y="117872"/>
                </a:cubicBezTo>
                <a:lnTo>
                  <a:pt x="42863" y="117872"/>
                </a:lnTo>
                <a:lnTo>
                  <a:pt x="42863" y="155377"/>
                </a:lnTo>
                <a:lnTo>
                  <a:pt x="16073" y="155377"/>
                </a:lnTo>
                <a:cubicBezTo>
                  <a:pt x="7166" y="155377"/>
                  <a:pt x="0" y="162543"/>
                  <a:pt x="0" y="171450"/>
                </a:cubicBezTo>
                <a:cubicBezTo>
                  <a:pt x="0" y="180357"/>
                  <a:pt x="7166" y="187523"/>
                  <a:pt x="16073" y="187523"/>
                </a:cubicBezTo>
                <a:lnTo>
                  <a:pt x="42863" y="187523"/>
                </a:lnTo>
                <a:lnTo>
                  <a:pt x="42863" y="225028"/>
                </a:lnTo>
                <a:lnTo>
                  <a:pt x="16073" y="225028"/>
                </a:lnTo>
                <a:cubicBezTo>
                  <a:pt x="7166" y="225028"/>
                  <a:pt x="0" y="232194"/>
                  <a:pt x="0" y="241102"/>
                </a:cubicBezTo>
                <a:cubicBezTo>
                  <a:pt x="0" y="250009"/>
                  <a:pt x="7166" y="257175"/>
                  <a:pt x="16073" y="257175"/>
                </a:cubicBezTo>
                <a:lnTo>
                  <a:pt x="42863" y="257175"/>
                </a:lnTo>
                <a:cubicBezTo>
                  <a:pt x="42863" y="280816"/>
                  <a:pt x="62084" y="300038"/>
                  <a:pt x="85725" y="300038"/>
                </a:cubicBezTo>
                <a:lnTo>
                  <a:pt x="85725" y="326827"/>
                </a:lnTo>
                <a:cubicBezTo>
                  <a:pt x="85725" y="335734"/>
                  <a:pt x="92891" y="342900"/>
                  <a:pt x="101798" y="342900"/>
                </a:cubicBezTo>
                <a:cubicBezTo>
                  <a:pt x="110706" y="342900"/>
                  <a:pt x="117872" y="335734"/>
                  <a:pt x="117872" y="326827"/>
                </a:cubicBezTo>
                <a:lnTo>
                  <a:pt x="117872" y="300038"/>
                </a:lnTo>
                <a:lnTo>
                  <a:pt x="155377" y="300038"/>
                </a:lnTo>
                <a:lnTo>
                  <a:pt x="155377" y="326827"/>
                </a:lnTo>
                <a:cubicBezTo>
                  <a:pt x="155377" y="335734"/>
                  <a:pt x="162543" y="342900"/>
                  <a:pt x="171450" y="342900"/>
                </a:cubicBezTo>
                <a:cubicBezTo>
                  <a:pt x="180357" y="342900"/>
                  <a:pt x="187523" y="335734"/>
                  <a:pt x="187523" y="326827"/>
                </a:cubicBezTo>
                <a:lnTo>
                  <a:pt x="187523" y="300038"/>
                </a:lnTo>
                <a:lnTo>
                  <a:pt x="225028" y="300038"/>
                </a:lnTo>
                <a:lnTo>
                  <a:pt x="225028" y="326827"/>
                </a:lnTo>
                <a:cubicBezTo>
                  <a:pt x="225028" y="335734"/>
                  <a:pt x="232194" y="342900"/>
                  <a:pt x="241102" y="342900"/>
                </a:cubicBezTo>
                <a:cubicBezTo>
                  <a:pt x="250009" y="342900"/>
                  <a:pt x="257175" y="335734"/>
                  <a:pt x="257175" y="326827"/>
                </a:cubicBezTo>
                <a:lnTo>
                  <a:pt x="257175" y="300038"/>
                </a:lnTo>
                <a:cubicBezTo>
                  <a:pt x="280816" y="300038"/>
                  <a:pt x="300038" y="280816"/>
                  <a:pt x="300038" y="257175"/>
                </a:cubicBezTo>
                <a:lnTo>
                  <a:pt x="326827" y="257175"/>
                </a:lnTo>
                <a:cubicBezTo>
                  <a:pt x="335734" y="257175"/>
                  <a:pt x="342900" y="250009"/>
                  <a:pt x="342900" y="241102"/>
                </a:cubicBezTo>
                <a:cubicBezTo>
                  <a:pt x="342900" y="232194"/>
                  <a:pt x="335734" y="225028"/>
                  <a:pt x="326827" y="225028"/>
                </a:cubicBezTo>
                <a:lnTo>
                  <a:pt x="300038" y="225028"/>
                </a:lnTo>
                <a:lnTo>
                  <a:pt x="300038" y="187523"/>
                </a:lnTo>
                <a:lnTo>
                  <a:pt x="326827" y="187523"/>
                </a:lnTo>
                <a:cubicBezTo>
                  <a:pt x="335734" y="187523"/>
                  <a:pt x="342900" y="180357"/>
                  <a:pt x="342900" y="171450"/>
                </a:cubicBezTo>
                <a:cubicBezTo>
                  <a:pt x="342900" y="162543"/>
                  <a:pt x="335734" y="155377"/>
                  <a:pt x="326827" y="155377"/>
                </a:cubicBezTo>
                <a:lnTo>
                  <a:pt x="300038" y="155377"/>
                </a:lnTo>
                <a:lnTo>
                  <a:pt x="300038" y="117872"/>
                </a:lnTo>
                <a:lnTo>
                  <a:pt x="326827" y="117872"/>
                </a:lnTo>
                <a:cubicBezTo>
                  <a:pt x="335734" y="117872"/>
                  <a:pt x="342900" y="110706"/>
                  <a:pt x="342900" y="101798"/>
                </a:cubicBezTo>
                <a:cubicBezTo>
                  <a:pt x="342900" y="92891"/>
                  <a:pt x="335734" y="85725"/>
                  <a:pt x="326827" y="85725"/>
                </a:cubicBezTo>
                <a:lnTo>
                  <a:pt x="300038" y="85725"/>
                </a:lnTo>
                <a:cubicBezTo>
                  <a:pt x="300038" y="62084"/>
                  <a:pt x="280816" y="42863"/>
                  <a:pt x="257175" y="42863"/>
                </a:cubicBezTo>
                <a:lnTo>
                  <a:pt x="257175" y="16073"/>
                </a:lnTo>
                <a:cubicBezTo>
                  <a:pt x="257175" y="7166"/>
                  <a:pt x="250009" y="0"/>
                  <a:pt x="241102" y="0"/>
                </a:cubicBezTo>
                <a:cubicBezTo>
                  <a:pt x="232194" y="0"/>
                  <a:pt x="225028" y="7166"/>
                  <a:pt x="225028" y="16073"/>
                </a:cubicBezTo>
                <a:lnTo>
                  <a:pt x="225028" y="42863"/>
                </a:lnTo>
                <a:lnTo>
                  <a:pt x="187523" y="42863"/>
                </a:lnTo>
                <a:lnTo>
                  <a:pt x="187523" y="16073"/>
                </a:lnTo>
                <a:cubicBezTo>
                  <a:pt x="187523" y="7166"/>
                  <a:pt x="180357" y="0"/>
                  <a:pt x="171450" y="0"/>
                </a:cubicBezTo>
                <a:cubicBezTo>
                  <a:pt x="162543" y="0"/>
                  <a:pt x="155377" y="7166"/>
                  <a:pt x="155377" y="16073"/>
                </a:cubicBezTo>
                <a:lnTo>
                  <a:pt x="155377" y="42863"/>
                </a:lnTo>
                <a:lnTo>
                  <a:pt x="117872" y="42863"/>
                </a:lnTo>
                <a:lnTo>
                  <a:pt x="117872" y="16073"/>
                </a:lnTo>
                <a:close/>
                <a:moveTo>
                  <a:pt x="107156" y="85725"/>
                </a:moveTo>
                <a:lnTo>
                  <a:pt x="235744" y="85725"/>
                </a:lnTo>
                <a:cubicBezTo>
                  <a:pt x="247598" y="85725"/>
                  <a:pt x="257175" y="95302"/>
                  <a:pt x="257175" y="107156"/>
                </a:cubicBezTo>
                <a:lnTo>
                  <a:pt x="257175" y="235744"/>
                </a:lnTo>
                <a:cubicBezTo>
                  <a:pt x="257175" y="247598"/>
                  <a:pt x="247598" y="257175"/>
                  <a:pt x="235744" y="257175"/>
                </a:cubicBezTo>
                <a:lnTo>
                  <a:pt x="107156" y="257175"/>
                </a:lnTo>
                <a:cubicBezTo>
                  <a:pt x="95302" y="257175"/>
                  <a:pt x="85725" y="247598"/>
                  <a:pt x="85725" y="235744"/>
                </a:cubicBezTo>
                <a:lnTo>
                  <a:pt x="85725" y="107156"/>
                </a:lnTo>
                <a:cubicBezTo>
                  <a:pt x="85725" y="95302"/>
                  <a:pt x="95302" y="85725"/>
                  <a:pt x="107156" y="85725"/>
                </a:cubicBezTo>
                <a:close/>
                <a:moveTo>
                  <a:pt x="117872" y="117872"/>
                </a:moveTo>
                <a:lnTo>
                  <a:pt x="117872" y="225028"/>
                </a:lnTo>
                <a:lnTo>
                  <a:pt x="225028" y="225028"/>
                </a:lnTo>
                <a:lnTo>
                  <a:pt x="225028" y="117872"/>
                </a:lnTo>
                <a:lnTo>
                  <a:pt x="117872" y="117872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7303770" y="1661159"/>
            <a:ext cx="446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IoT Gateway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03770" y="1965959"/>
            <a:ext cx="444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Olimex ESP32-GATEWAY-EA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24011" y="2223018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427595" y="2194559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ESP32 Microcontroller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24011" y="2394347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7427595" y="2365893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Ethernet Port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24011" y="2565681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7427595" y="2537222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Industrial Enclosure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24011" y="2737010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7427595" y="2708556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OTA Updates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03770" y="2902745"/>
            <a:ext cx="4381500" cy="7620"/>
          </a:xfrm>
          <a:custGeom>
            <a:avLst/>
            <a:gdLst/>
            <a:ahLst/>
            <a:cxnLst/>
            <a:rect l="l" t="t" r="r" b="b"/>
            <a:pathLst>
              <a:path w="4381500" h="7620">
                <a:moveTo>
                  <a:pt x="0" y="0"/>
                </a:moveTo>
                <a:lnTo>
                  <a:pt x="4381500" y="0"/>
                </a:lnTo>
                <a:lnTo>
                  <a:pt x="43815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303770" y="3001803"/>
            <a:ext cx="53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Price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147703" y="2944653"/>
            <a:ext cx="62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6B6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₹2,800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4810" y="3451386"/>
            <a:ext cx="5646420" cy="1788795"/>
          </a:xfrm>
          <a:custGeom>
            <a:avLst/>
            <a:gdLst/>
            <a:ahLst/>
            <a:cxnLst/>
            <a:rect l="l" t="t" r="r" b="b"/>
            <a:pathLst>
              <a:path w="5646420" h="1788795">
                <a:moveTo>
                  <a:pt x="152405" y="0"/>
                </a:moveTo>
                <a:lnTo>
                  <a:pt x="5494015" y="0"/>
                </a:lnTo>
                <a:cubicBezTo>
                  <a:pt x="5578186" y="0"/>
                  <a:pt x="5646420" y="68234"/>
                  <a:pt x="5646420" y="152405"/>
                </a:cubicBezTo>
                <a:lnTo>
                  <a:pt x="5646420" y="1636390"/>
                </a:lnTo>
                <a:cubicBezTo>
                  <a:pt x="5646420" y="1720561"/>
                  <a:pt x="5578186" y="1788795"/>
                  <a:pt x="5494015" y="1788795"/>
                </a:cubicBezTo>
                <a:lnTo>
                  <a:pt x="152405" y="1788795"/>
                </a:lnTo>
                <a:cubicBezTo>
                  <a:pt x="68234" y="1788795"/>
                  <a:pt x="0" y="1720561"/>
                  <a:pt x="0" y="1636390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6730" y="3573304"/>
            <a:ext cx="902970" cy="902970"/>
          </a:xfrm>
          <a:custGeom>
            <a:avLst/>
            <a:gdLst/>
            <a:ahLst/>
            <a:cxnLst/>
            <a:rect l="l" t="t" r="r" b="b"/>
            <a:pathLst>
              <a:path w="902970" h="902970">
                <a:moveTo>
                  <a:pt x="114298" y="0"/>
                </a:moveTo>
                <a:lnTo>
                  <a:pt x="788672" y="0"/>
                </a:lnTo>
                <a:cubicBezTo>
                  <a:pt x="851797" y="0"/>
                  <a:pt x="902970" y="51173"/>
                  <a:pt x="902970" y="114298"/>
                </a:cubicBezTo>
                <a:lnTo>
                  <a:pt x="902970" y="788672"/>
                </a:lnTo>
                <a:cubicBezTo>
                  <a:pt x="902970" y="851797"/>
                  <a:pt x="851797" y="902970"/>
                  <a:pt x="7886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2964" y="3855244"/>
            <a:ext cx="214313" cy="342900"/>
          </a:xfrm>
          <a:custGeom>
            <a:avLst/>
            <a:gdLst/>
            <a:ahLst/>
            <a:cxnLst/>
            <a:rect l="l" t="t" r="r" b="b"/>
            <a:pathLst>
              <a:path w="214313" h="342900">
                <a:moveTo>
                  <a:pt x="107156" y="0"/>
                </a:moveTo>
                <a:cubicBezTo>
                  <a:pt x="71661" y="0"/>
                  <a:pt x="42863" y="28798"/>
                  <a:pt x="42863" y="64294"/>
                </a:cubicBezTo>
                <a:lnTo>
                  <a:pt x="42863" y="174598"/>
                </a:lnTo>
                <a:cubicBezTo>
                  <a:pt x="23106" y="192212"/>
                  <a:pt x="10716" y="217929"/>
                  <a:pt x="10716" y="246459"/>
                </a:cubicBezTo>
                <a:cubicBezTo>
                  <a:pt x="10716" y="299703"/>
                  <a:pt x="53913" y="342900"/>
                  <a:pt x="107156" y="342900"/>
                </a:cubicBezTo>
                <a:cubicBezTo>
                  <a:pt x="160400" y="342900"/>
                  <a:pt x="203597" y="299703"/>
                  <a:pt x="203597" y="246459"/>
                </a:cubicBezTo>
                <a:cubicBezTo>
                  <a:pt x="203597" y="217929"/>
                  <a:pt x="191207" y="192212"/>
                  <a:pt x="171450" y="174598"/>
                </a:cubicBezTo>
                <a:lnTo>
                  <a:pt x="171450" y="64294"/>
                </a:lnTo>
                <a:cubicBezTo>
                  <a:pt x="171450" y="28798"/>
                  <a:pt x="142652" y="0"/>
                  <a:pt x="107156" y="0"/>
                </a:cubicBezTo>
                <a:close/>
                <a:moveTo>
                  <a:pt x="150019" y="246459"/>
                </a:moveTo>
                <a:cubicBezTo>
                  <a:pt x="150019" y="270101"/>
                  <a:pt x="130798" y="289322"/>
                  <a:pt x="107156" y="289322"/>
                </a:cubicBezTo>
                <a:cubicBezTo>
                  <a:pt x="83515" y="289322"/>
                  <a:pt x="64294" y="270101"/>
                  <a:pt x="64294" y="246459"/>
                </a:cubicBezTo>
                <a:cubicBezTo>
                  <a:pt x="64294" y="228444"/>
                  <a:pt x="75344" y="213040"/>
                  <a:pt x="91083" y="206745"/>
                </a:cubicBezTo>
                <a:lnTo>
                  <a:pt x="91083" y="144661"/>
                </a:lnTo>
                <a:cubicBezTo>
                  <a:pt x="91083" y="135754"/>
                  <a:pt x="98249" y="128588"/>
                  <a:pt x="107156" y="128588"/>
                </a:cubicBezTo>
                <a:cubicBezTo>
                  <a:pt x="116064" y="128588"/>
                  <a:pt x="123230" y="135754"/>
                  <a:pt x="123230" y="144661"/>
                </a:cubicBezTo>
                <a:lnTo>
                  <a:pt x="123230" y="206745"/>
                </a:lnTo>
                <a:cubicBezTo>
                  <a:pt x="138968" y="213107"/>
                  <a:pt x="150019" y="228511"/>
                  <a:pt x="150019" y="24645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1531620" y="3569494"/>
            <a:ext cx="446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Environmental Sensor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531620" y="3874294"/>
            <a:ext cx="444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Bosch BME680 Module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551861" y="4131352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1655445" y="4102894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Monitoring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551861" y="4302682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1655445" y="4274227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Humidity Detection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551861" y="4474011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1655445" y="4445557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Pressure Sensing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551861" y="4645344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1655445" y="4616886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 Quality (IAQ/VOC)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531620" y="4811079"/>
            <a:ext cx="4381500" cy="7620"/>
          </a:xfrm>
          <a:custGeom>
            <a:avLst/>
            <a:gdLst/>
            <a:ahLst/>
            <a:cxnLst/>
            <a:rect l="l" t="t" r="r" b="b"/>
            <a:pathLst>
              <a:path w="4381500" h="7620">
                <a:moveTo>
                  <a:pt x="0" y="0"/>
                </a:moveTo>
                <a:lnTo>
                  <a:pt x="4381500" y="0"/>
                </a:lnTo>
                <a:lnTo>
                  <a:pt x="43815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531620" y="4910138"/>
            <a:ext cx="53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Price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507712" y="4852988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₹800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56960" y="3451386"/>
            <a:ext cx="5646420" cy="1788795"/>
          </a:xfrm>
          <a:custGeom>
            <a:avLst/>
            <a:gdLst/>
            <a:ahLst/>
            <a:cxnLst/>
            <a:rect l="l" t="t" r="r" b="b"/>
            <a:pathLst>
              <a:path w="5646420" h="1788795">
                <a:moveTo>
                  <a:pt x="152405" y="0"/>
                </a:moveTo>
                <a:lnTo>
                  <a:pt x="5494015" y="0"/>
                </a:lnTo>
                <a:cubicBezTo>
                  <a:pt x="5578186" y="0"/>
                  <a:pt x="5646420" y="68234"/>
                  <a:pt x="5646420" y="152405"/>
                </a:cubicBezTo>
                <a:lnTo>
                  <a:pt x="5646420" y="1636390"/>
                </a:lnTo>
                <a:cubicBezTo>
                  <a:pt x="5646420" y="1720561"/>
                  <a:pt x="5578186" y="1788795"/>
                  <a:pt x="5494015" y="1788795"/>
                </a:cubicBezTo>
                <a:lnTo>
                  <a:pt x="152405" y="1788795"/>
                </a:lnTo>
                <a:cubicBezTo>
                  <a:pt x="68234" y="1788795"/>
                  <a:pt x="0" y="1720561"/>
                  <a:pt x="0" y="1636390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78880" y="3573304"/>
            <a:ext cx="902970" cy="902970"/>
          </a:xfrm>
          <a:custGeom>
            <a:avLst/>
            <a:gdLst/>
            <a:ahLst/>
            <a:cxnLst/>
            <a:rect l="l" t="t" r="r" b="b"/>
            <a:pathLst>
              <a:path w="902970" h="902970">
                <a:moveTo>
                  <a:pt x="114298" y="0"/>
                </a:moveTo>
                <a:lnTo>
                  <a:pt x="788672" y="0"/>
                </a:lnTo>
                <a:cubicBezTo>
                  <a:pt x="851797" y="0"/>
                  <a:pt x="902970" y="51173"/>
                  <a:pt x="902970" y="114298"/>
                </a:cubicBezTo>
                <a:lnTo>
                  <a:pt x="902970" y="788672"/>
                </a:lnTo>
                <a:cubicBezTo>
                  <a:pt x="902970" y="851797"/>
                  <a:pt x="851797" y="902970"/>
                  <a:pt x="7886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39389" y="3855244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50086" y="65030"/>
                </a:moveTo>
                <a:lnTo>
                  <a:pt x="150086" y="98249"/>
                </a:lnTo>
                <a:lnTo>
                  <a:pt x="150421" y="98584"/>
                </a:lnTo>
                <a:cubicBezTo>
                  <a:pt x="154774" y="43398"/>
                  <a:pt x="200918" y="0"/>
                  <a:pt x="257242" y="0"/>
                </a:cubicBezTo>
                <a:cubicBezTo>
                  <a:pt x="270703" y="0"/>
                  <a:pt x="283629" y="2478"/>
                  <a:pt x="295483" y="7032"/>
                </a:cubicBezTo>
                <a:cubicBezTo>
                  <a:pt x="302181" y="9577"/>
                  <a:pt x="303386" y="18083"/>
                  <a:pt x="298363" y="23173"/>
                </a:cubicBezTo>
                <a:lnTo>
                  <a:pt x="238958" y="82577"/>
                </a:lnTo>
                <a:cubicBezTo>
                  <a:pt x="236949" y="84586"/>
                  <a:pt x="235811" y="87332"/>
                  <a:pt x="235811" y="90145"/>
                </a:cubicBezTo>
                <a:lnTo>
                  <a:pt x="235811" y="117872"/>
                </a:lnTo>
                <a:cubicBezTo>
                  <a:pt x="235811" y="123765"/>
                  <a:pt x="240633" y="128588"/>
                  <a:pt x="246526" y="128588"/>
                </a:cubicBezTo>
                <a:lnTo>
                  <a:pt x="274253" y="128588"/>
                </a:lnTo>
                <a:cubicBezTo>
                  <a:pt x="277066" y="128588"/>
                  <a:pt x="279812" y="127449"/>
                  <a:pt x="281821" y="125440"/>
                </a:cubicBezTo>
                <a:lnTo>
                  <a:pt x="341226" y="66035"/>
                </a:lnTo>
                <a:cubicBezTo>
                  <a:pt x="346316" y="60945"/>
                  <a:pt x="354821" y="62218"/>
                  <a:pt x="357366" y="68915"/>
                </a:cubicBezTo>
                <a:cubicBezTo>
                  <a:pt x="361920" y="80769"/>
                  <a:pt x="364398" y="93695"/>
                  <a:pt x="364398" y="107156"/>
                </a:cubicBezTo>
                <a:cubicBezTo>
                  <a:pt x="364398" y="147742"/>
                  <a:pt x="341828" y="183103"/>
                  <a:pt x="308476" y="201253"/>
                </a:cubicBezTo>
                <a:lnTo>
                  <a:pt x="363059" y="255836"/>
                </a:lnTo>
                <a:cubicBezTo>
                  <a:pt x="375583" y="268359"/>
                  <a:pt x="375583" y="288719"/>
                  <a:pt x="363059" y="301310"/>
                </a:cubicBezTo>
                <a:lnTo>
                  <a:pt x="322808" y="341561"/>
                </a:lnTo>
                <a:cubicBezTo>
                  <a:pt x="310284" y="354084"/>
                  <a:pt x="289925" y="354084"/>
                  <a:pt x="277334" y="341561"/>
                </a:cubicBezTo>
                <a:lnTo>
                  <a:pt x="192948" y="257175"/>
                </a:lnTo>
                <a:cubicBezTo>
                  <a:pt x="174598" y="238824"/>
                  <a:pt x="170445" y="211701"/>
                  <a:pt x="180558" y="189332"/>
                </a:cubicBezTo>
                <a:lnTo>
                  <a:pt x="119814" y="128588"/>
                </a:lnTo>
                <a:lnTo>
                  <a:pt x="86596" y="128588"/>
                </a:lnTo>
                <a:cubicBezTo>
                  <a:pt x="79430" y="128588"/>
                  <a:pt x="72732" y="125038"/>
                  <a:pt x="68781" y="119077"/>
                </a:cubicBezTo>
                <a:lnTo>
                  <a:pt x="15672" y="39447"/>
                </a:lnTo>
                <a:cubicBezTo>
                  <a:pt x="12859" y="35228"/>
                  <a:pt x="13395" y="29535"/>
                  <a:pt x="17011" y="25918"/>
                </a:cubicBezTo>
                <a:lnTo>
                  <a:pt x="47417" y="-4487"/>
                </a:lnTo>
                <a:cubicBezTo>
                  <a:pt x="51033" y="-8104"/>
                  <a:pt x="56659" y="-8639"/>
                  <a:pt x="60945" y="-5827"/>
                </a:cubicBezTo>
                <a:lnTo>
                  <a:pt x="140576" y="47216"/>
                </a:lnTo>
                <a:cubicBezTo>
                  <a:pt x="146536" y="51167"/>
                  <a:pt x="150086" y="57864"/>
                  <a:pt x="150086" y="65030"/>
                </a:cubicBezTo>
                <a:close/>
                <a:moveTo>
                  <a:pt x="144393" y="198641"/>
                </a:moveTo>
                <a:cubicBezTo>
                  <a:pt x="140174" y="223421"/>
                  <a:pt x="146000" y="249607"/>
                  <a:pt x="162074" y="270570"/>
                </a:cubicBezTo>
                <a:lnTo>
                  <a:pt x="98450" y="334127"/>
                </a:lnTo>
                <a:cubicBezTo>
                  <a:pt x="79630" y="352946"/>
                  <a:pt x="49091" y="352946"/>
                  <a:pt x="30272" y="334127"/>
                </a:cubicBezTo>
                <a:cubicBezTo>
                  <a:pt x="11452" y="315307"/>
                  <a:pt x="11452" y="284768"/>
                  <a:pt x="30272" y="265948"/>
                </a:cubicBezTo>
                <a:lnTo>
                  <a:pt x="120953" y="175267"/>
                </a:lnTo>
                <a:lnTo>
                  <a:pt x="144393" y="198708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7" name="Text 55"/>
          <p:cNvSpPr/>
          <p:nvPr/>
        </p:nvSpPr>
        <p:spPr>
          <a:xfrm>
            <a:off x="7303770" y="3569494"/>
            <a:ext cx="446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Accessories Kit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303770" y="3874294"/>
            <a:ext cx="444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Cables + Mounting Hardware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24011" y="4131352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0" name="Text 58"/>
          <p:cNvSpPr/>
          <p:nvPr/>
        </p:nvSpPr>
        <p:spPr>
          <a:xfrm>
            <a:off x="7427595" y="4102894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Cat6 Ethernet Cables (10m + 5m)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324011" y="4302682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2" name="Text 60"/>
          <p:cNvSpPr/>
          <p:nvPr/>
        </p:nvSpPr>
        <p:spPr>
          <a:xfrm>
            <a:off x="7427595" y="4274227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Mounting Bracket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324011" y="4474011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4" name="Text 62"/>
          <p:cNvSpPr/>
          <p:nvPr/>
        </p:nvSpPr>
        <p:spPr>
          <a:xfrm>
            <a:off x="7427595" y="4445557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Installation Screws &amp; Anchors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324011" y="4645344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7427595" y="4616886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I2C Jumper Wires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303770" y="4811079"/>
            <a:ext cx="4381500" cy="7620"/>
          </a:xfrm>
          <a:custGeom>
            <a:avLst/>
            <a:gdLst/>
            <a:ahLst/>
            <a:cxnLst/>
            <a:rect l="l" t="t" r="r" b="b"/>
            <a:pathLst>
              <a:path w="4381500" h="7620">
                <a:moveTo>
                  <a:pt x="0" y="0"/>
                </a:moveTo>
                <a:lnTo>
                  <a:pt x="4381500" y="0"/>
                </a:lnTo>
                <a:lnTo>
                  <a:pt x="43815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97316">
              <a:alpha val="3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7303770" y="4910138"/>
            <a:ext cx="53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Price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290340" y="4852988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731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₹650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88620" y="5325430"/>
            <a:ext cx="11416665" cy="853440"/>
          </a:xfrm>
          <a:custGeom>
            <a:avLst/>
            <a:gdLst/>
            <a:ahLst/>
            <a:cxnLst/>
            <a:rect l="l" t="t" r="r" b="b"/>
            <a:pathLst>
              <a:path w="11416665" h="853440">
                <a:moveTo>
                  <a:pt x="152399" y="0"/>
                </a:moveTo>
                <a:lnTo>
                  <a:pt x="11264266" y="0"/>
                </a:lnTo>
                <a:cubicBezTo>
                  <a:pt x="11348434" y="0"/>
                  <a:pt x="11416665" y="68231"/>
                  <a:pt x="11416665" y="152399"/>
                </a:cubicBezTo>
                <a:lnTo>
                  <a:pt x="11416665" y="701041"/>
                </a:lnTo>
                <a:cubicBezTo>
                  <a:pt x="11416665" y="785209"/>
                  <a:pt x="11348434" y="853440"/>
                  <a:pt x="11264266" y="853440"/>
                </a:cubicBezTo>
                <a:lnTo>
                  <a:pt x="152399" y="853440"/>
                </a:lnTo>
                <a:cubicBezTo>
                  <a:pt x="68288" y="853440"/>
                  <a:pt x="0" y="785152"/>
                  <a:pt x="0" y="701041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50000">
                <a:srgbClr val="06B6D4">
                  <a:alpha val="30000"/>
                </a:srgbClr>
              </a:gs>
              <a:gs pos="100000">
                <a:srgbClr val="10B981">
                  <a:alpha val="30000"/>
                </a:srgbClr>
              </a:gs>
            </a:gsLst>
            <a:lin ang="0" scaled="1"/>
          </a:gradFill>
          <a:ln w="20320">
            <a:solidFill>
              <a:srgbClr val="3B82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12921" y="5609272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312706" y="132383"/>
                </a:moveTo>
                <a:cubicBezTo>
                  <a:pt x="318511" y="138968"/>
                  <a:pt x="328501" y="140419"/>
                  <a:pt x="336035" y="135452"/>
                </a:cubicBezTo>
                <a:cubicBezTo>
                  <a:pt x="344239" y="129983"/>
                  <a:pt x="346472" y="118876"/>
                  <a:pt x="341002" y="110672"/>
                </a:cubicBezTo>
                <a:lnTo>
                  <a:pt x="314213" y="70489"/>
                </a:lnTo>
                <a:cubicBezTo>
                  <a:pt x="312651" y="68145"/>
                  <a:pt x="310530" y="66191"/>
                  <a:pt x="308018" y="64796"/>
                </a:cubicBezTo>
                <a:lnTo>
                  <a:pt x="196118" y="2623"/>
                </a:lnTo>
                <a:cubicBezTo>
                  <a:pt x="185347" y="-3349"/>
                  <a:pt x="172231" y="-3349"/>
                  <a:pt x="161404" y="2623"/>
                </a:cubicBezTo>
                <a:lnTo>
                  <a:pt x="49560" y="64740"/>
                </a:lnTo>
                <a:cubicBezTo>
                  <a:pt x="46546" y="66415"/>
                  <a:pt x="44146" y="68870"/>
                  <a:pt x="42528" y="71884"/>
                </a:cubicBezTo>
                <a:lnTo>
                  <a:pt x="15460" y="122058"/>
                </a:lnTo>
                <a:cubicBezTo>
                  <a:pt x="8427" y="135117"/>
                  <a:pt x="13339" y="151358"/>
                  <a:pt x="26398" y="158390"/>
                </a:cubicBezTo>
                <a:lnTo>
                  <a:pt x="44816" y="168269"/>
                </a:lnTo>
                <a:lnTo>
                  <a:pt x="44816" y="198016"/>
                </a:lnTo>
                <a:cubicBezTo>
                  <a:pt x="44816" y="210852"/>
                  <a:pt x="51736" y="222740"/>
                  <a:pt x="62898" y="229102"/>
                </a:cubicBezTo>
                <a:lnTo>
                  <a:pt x="161125" y="284745"/>
                </a:lnTo>
                <a:cubicBezTo>
                  <a:pt x="172064" y="290940"/>
                  <a:pt x="185403" y="290940"/>
                  <a:pt x="196342" y="284745"/>
                </a:cubicBezTo>
                <a:lnTo>
                  <a:pt x="294568" y="229102"/>
                </a:lnTo>
                <a:cubicBezTo>
                  <a:pt x="305786" y="222740"/>
                  <a:pt x="312651" y="210908"/>
                  <a:pt x="312651" y="198016"/>
                </a:cubicBezTo>
                <a:lnTo>
                  <a:pt x="312651" y="132438"/>
                </a:lnTo>
                <a:close/>
                <a:moveTo>
                  <a:pt x="178761" y="126913"/>
                </a:moveTo>
                <a:lnTo>
                  <a:pt x="94990" y="80367"/>
                </a:lnTo>
                <a:lnTo>
                  <a:pt x="178761" y="33821"/>
                </a:lnTo>
                <a:lnTo>
                  <a:pt x="262533" y="80367"/>
                </a:lnTo>
                <a:lnTo>
                  <a:pt x="178761" y="126913"/>
                </a:lnTo>
                <a:close/>
                <a:moveTo>
                  <a:pt x="155600" y="154930"/>
                </a:moveTo>
                <a:lnTo>
                  <a:pt x="143712" y="180715"/>
                </a:lnTo>
                <a:lnTo>
                  <a:pt x="51178" y="131155"/>
                </a:lnTo>
                <a:lnTo>
                  <a:pt x="65354" y="104812"/>
                </a:lnTo>
                <a:lnTo>
                  <a:pt x="155600" y="15493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2" name="Text 70"/>
          <p:cNvSpPr/>
          <p:nvPr/>
        </p:nvSpPr>
        <p:spPr>
          <a:xfrm>
            <a:off x="1020127" y="5523547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Complete Pit Kit Total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020127" y="5790247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Everything needed for one monitoring pit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0389394" y="5447347"/>
            <a:ext cx="1295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₹7,750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484644" y="5828347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~$93 USD per pit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1474470" cy="312420"/>
          </a:xfrm>
          <a:custGeom>
            <a:avLst/>
            <a:gdLst/>
            <a:ahLst/>
            <a:cxnLst/>
            <a:rect l="l" t="t" r="r" b="b"/>
            <a:pathLst>
              <a:path w="1474470" h="312420">
                <a:moveTo>
                  <a:pt x="156210" y="0"/>
                </a:moveTo>
                <a:lnTo>
                  <a:pt x="1318260" y="0"/>
                </a:lnTo>
                <a:cubicBezTo>
                  <a:pt x="1404475" y="0"/>
                  <a:pt x="1474470" y="69995"/>
                  <a:pt x="1474470" y="156210"/>
                </a:cubicBezTo>
                <a:lnTo>
                  <a:pt x="1474470" y="156210"/>
                </a:lnTo>
                <a:cubicBezTo>
                  <a:pt x="1474470" y="242425"/>
                  <a:pt x="1404475" y="312420"/>
                  <a:pt x="1318260" y="312420"/>
                </a:cubicBezTo>
                <a:lnTo>
                  <a:pt x="156210" y="312420"/>
                </a:lnTo>
                <a:cubicBezTo>
                  <a:pt x="69938" y="312420"/>
                  <a:pt x="0" y="242482"/>
                  <a:pt x="0" y="156210"/>
                </a:cubicBezTo>
                <a:lnTo>
                  <a:pt x="0" y="156210"/>
                </a:lnTo>
                <a:cubicBezTo>
                  <a:pt x="0" y="69938"/>
                  <a:pt x="69938" y="0"/>
                  <a:pt x="15621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 w="10160">
            <a:solidFill>
              <a:srgbClr val="8B5CF6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020" y="472441"/>
            <a:ext cx="1232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724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Workshop Setup Requirements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196341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One-time infrastructure investment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543051"/>
            <a:ext cx="3722370" cy="1922145"/>
          </a:xfrm>
          <a:custGeom>
            <a:avLst/>
            <a:gdLst/>
            <a:ahLst/>
            <a:cxnLst/>
            <a:rect l="l" t="t" r="r" b="b"/>
            <a:pathLst>
              <a:path w="3722370" h="1922145">
                <a:moveTo>
                  <a:pt x="152407" y="0"/>
                </a:moveTo>
                <a:lnTo>
                  <a:pt x="3569963" y="0"/>
                </a:lnTo>
                <a:cubicBezTo>
                  <a:pt x="3654135" y="0"/>
                  <a:pt x="3722370" y="68235"/>
                  <a:pt x="3722370" y="152407"/>
                </a:cubicBezTo>
                <a:lnTo>
                  <a:pt x="3722370" y="1769738"/>
                </a:lnTo>
                <a:cubicBezTo>
                  <a:pt x="3722370" y="1853910"/>
                  <a:pt x="3654135" y="1922145"/>
                  <a:pt x="3569963" y="1922145"/>
                </a:cubicBezTo>
                <a:lnTo>
                  <a:pt x="152407" y="1922145"/>
                </a:lnTo>
                <a:cubicBezTo>
                  <a:pt x="68235" y="1922145"/>
                  <a:pt x="0" y="1853910"/>
                  <a:pt x="0" y="1769738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11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4364" y="179450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74420" y="1661159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PoE Switch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4420" y="1927859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TP-Link TL-SG1005P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4351" y="223265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21995" y="2194559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5-Port Gigabit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4351" y="246125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21995" y="2423159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PoE+ (802.3at)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4351" y="268985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21995" y="2651759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56W Power Budget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2922269"/>
            <a:ext cx="3486150" cy="422910"/>
          </a:xfrm>
          <a:custGeom>
            <a:avLst/>
            <a:gdLst/>
            <a:ahLst/>
            <a:cxnLst/>
            <a:rect l="l" t="t" r="r" b="b"/>
            <a:pathLst>
              <a:path w="3486150" h="422910">
                <a:moveTo>
                  <a:pt x="7620" y="0"/>
                </a:moveTo>
                <a:lnTo>
                  <a:pt x="3478530" y="0"/>
                </a:lnTo>
                <a:cubicBezTo>
                  <a:pt x="3482738" y="0"/>
                  <a:pt x="3486150" y="3412"/>
                  <a:pt x="3486150" y="7620"/>
                </a:cubicBezTo>
                <a:lnTo>
                  <a:pt x="3486150" y="346710"/>
                </a:lnTo>
                <a:cubicBezTo>
                  <a:pt x="3486150" y="388794"/>
                  <a:pt x="3452034" y="422910"/>
                  <a:pt x="3409950" y="422910"/>
                </a:cubicBezTo>
                <a:lnTo>
                  <a:pt x="76200" y="422910"/>
                </a:lnTo>
                <a:cubicBezTo>
                  <a:pt x="34116" y="422910"/>
                  <a:pt x="0" y="388794"/>
                  <a:pt x="0" y="346710"/>
                </a:cubicBezTo>
                <a:lnTo>
                  <a:pt x="0" y="7620"/>
                </a:lnTo>
                <a:cubicBezTo>
                  <a:pt x="0" y="3414"/>
                  <a:pt x="3414" y="0"/>
                  <a:pt x="762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2922269"/>
            <a:ext cx="3486150" cy="7620"/>
          </a:xfrm>
          <a:custGeom>
            <a:avLst/>
            <a:gdLst/>
            <a:ahLst/>
            <a:cxnLst/>
            <a:rect l="l" t="t" r="r" b="b"/>
            <a:pathLst>
              <a:path w="3486150" h="7620">
                <a:moveTo>
                  <a:pt x="7620" y="0"/>
                </a:moveTo>
                <a:lnTo>
                  <a:pt x="3478530" y="0"/>
                </a:lnTo>
                <a:cubicBezTo>
                  <a:pt x="3482738" y="0"/>
                  <a:pt x="3486150" y="3412"/>
                  <a:pt x="3486150" y="7620"/>
                </a:cubicBezTo>
                <a:lnTo>
                  <a:pt x="3486150" y="7620"/>
                </a:lnTo>
                <a:lnTo>
                  <a:pt x="0" y="7620"/>
                </a:lnTo>
                <a:lnTo>
                  <a:pt x="0" y="7620"/>
                </a:lnTo>
                <a:cubicBezTo>
                  <a:pt x="0" y="3414"/>
                  <a:pt x="3414" y="0"/>
                  <a:pt x="762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79120" y="3040382"/>
            <a:ext cx="35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20177" y="3002282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₹2,500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32910" y="1543051"/>
            <a:ext cx="3722370" cy="1922145"/>
          </a:xfrm>
          <a:custGeom>
            <a:avLst/>
            <a:gdLst/>
            <a:ahLst/>
            <a:cxnLst/>
            <a:rect l="l" t="t" r="r" b="b"/>
            <a:pathLst>
              <a:path w="3722370" h="1922145">
                <a:moveTo>
                  <a:pt x="152407" y="0"/>
                </a:moveTo>
                <a:lnTo>
                  <a:pt x="3569963" y="0"/>
                </a:lnTo>
                <a:cubicBezTo>
                  <a:pt x="3654135" y="0"/>
                  <a:pt x="3722370" y="68235"/>
                  <a:pt x="3722370" y="152407"/>
                </a:cubicBezTo>
                <a:lnTo>
                  <a:pt x="3722370" y="1769738"/>
                </a:lnTo>
                <a:cubicBezTo>
                  <a:pt x="3722370" y="1853910"/>
                  <a:pt x="3654135" y="1922145"/>
                  <a:pt x="3569963" y="1922145"/>
                </a:cubicBezTo>
                <a:lnTo>
                  <a:pt x="152407" y="1922145"/>
                </a:lnTo>
                <a:cubicBezTo>
                  <a:pt x="68235" y="1922145"/>
                  <a:pt x="0" y="1853910"/>
                  <a:pt x="0" y="1769738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51020" y="16611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72464" y="179450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35719"/>
                </a:moveTo>
                <a:cubicBezTo>
                  <a:pt x="73335" y="35719"/>
                  <a:pt x="42714" y="49113"/>
                  <a:pt x="20203" y="70917"/>
                </a:cubicBezTo>
                <a:cubicBezTo>
                  <a:pt x="15478" y="75493"/>
                  <a:pt x="7925" y="75381"/>
                  <a:pt x="3386" y="70656"/>
                </a:cubicBezTo>
                <a:cubicBezTo>
                  <a:pt x="-1153" y="65931"/>
                  <a:pt x="-1079" y="58378"/>
                  <a:pt x="3646" y="53839"/>
                </a:cubicBezTo>
                <a:cubicBezTo>
                  <a:pt x="30398" y="27868"/>
                  <a:pt x="66935" y="11906"/>
                  <a:pt x="107156" y="11906"/>
                </a:cubicBezTo>
                <a:cubicBezTo>
                  <a:pt x="147377" y="11906"/>
                  <a:pt x="183914" y="27868"/>
                  <a:pt x="210703" y="53839"/>
                </a:cubicBezTo>
                <a:cubicBezTo>
                  <a:pt x="215429" y="58415"/>
                  <a:pt x="215540" y="65968"/>
                  <a:pt x="210964" y="70656"/>
                </a:cubicBezTo>
                <a:cubicBezTo>
                  <a:pt x="206387" y="75344"/>
                  <a:pt x="198834" y="75493"/>
                  <a:pt x="194146" y="70917"/>
                </a:cubicBezTo>
                <a:cubicBezTo>
                  <a:pt x="171599" y="49113"/>
                  <a:pt x="140977" y="35719"/>
                  <a:pt x="107156" y="35719"/>
                </a:cubicBezTo>
                <a:close/>
                <a:moveTo>
                  <a:pt x="89297" y="160734"/>
                </a:moveTo>
                <a:cubicBezTo>
                  <a:pt x="89297" y="150878"/>
                  <a:pt x="97299" y="142875"/>
                  <a:pt x="107156" y="142875"/>
                </a:cubicBezTo>
                <a:cubicBezTo>
                  <a:pt x="117013" y="142875"/>
                  <a:pt x="125016" y="150878"/>
                  <a:pt x="125016" y="160734"/>
                </a:cubicBezTo>
                <a:cubicBezTo>
                  <a:pt x="125016" y="170591"/>
                  <a:pt x="117013" y="178594"/>
                  <a:pt x="107156" y="178594"/>
                </a:cubicBezTo>
                <a:cubicBezTo>
                  <a:pt x="97299" y="178594"/>
                  <a:pt x="89297" y="170591"/>
                  <a:pt x="89297" y="160734"/>
                </a:cubicBezTo>
                <a:close/>
                <a:moveTo>
                  <a:pt x="62508" y="121369"/>
                </a:moveTo>
                <a:cubicBezTo>
                  <a:pt x="58155" y="126318"/>
                  <a:pt x="50639" y="126764"/>
                  <a:pt x="45690" y="122411"/>
                </a:cubicBezTo>
                <a:cubicBezTo>
                  <a:pt x="40742" y="118058"/>
                  <a:pt x="40295" y="110542"/>
                  <a:pt x="44648" y="105594"/>
                </a:cubicBezTo>
                <a:cubicBezTo>
                  <a:pt x="59903" y="88329"/>
                  <a:pt x="82265" y="77391"/>
                  <a:pt x="107156" y="77391"/>
                </a:cubicBezTo>
                <a:cubicBezTo>
                  <a:pt x="132048" y="77391"/>
                  <a:pt x="154409" y="88329"/>
                  <a:pt x="169664" y="105594"/>
                </a:cubicBezTo>
                <a:cubicBezTo>
                  <a:pt x="174017" y="110542"/>
                  <a:pt x="173534" y="118058"/>
                  <a:pt x="168622" y="122411"/>
                </a:cubicBezTo>
                <a:cubicBezTo>
                  <a:pt x="163711" y="126764"/>
                  <a:pt x="156158" y="126281"/>
                  <a:pt x="151805" y="121369"/>
                </a:cubicBezTo>
                <a:cubicBezTo>
                  <a:pt x="140866" y="108979"/>
                  <a:pt x="124941" y="101203"/>
                  <a:pt x="107156" y="101203"/>
                </a:cubicBezTo>
                <a:cubicBezTo>
                  <a:pt x="89371" y="101203"/>
                  <a:pt x="73447" y="108979"/>
                  <a:pt x="62508" y="12136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4922520" y="1661159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VPN Router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22520" y="1927859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TP-Link Archer C6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72451" y="223265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0095" y="2194559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Dual-Band AC1200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2451" y="246125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0095" y="2423159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VPN Client Ready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2451" y="268985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0095" y="2651759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4× Gigabit Ports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51020" y="2922269"/>
            <a:ext cx="3486150" cy="422910"/>
          </a:xfrm>
          <a:custGeom>
            <a:avLst/>
            <a:gdLst/>
            <a:ahLst/>
            <a:cxnLst/>
            <a:rect l="l" t="t" r="r" b="b"/>
            <a:pathLst>
              <a:path w="3486150" h="422910">
                <a:moveTo>
                  <a:pt x="7620" y="0"/>
                </a:moveTo>
                <a:lnTo>
                  <a:pt x="3478530" y="0"/>
                </a:lnTo>
                <a:cubicBezTo>
                  <a:pt x="3482738" y="0"/>
                  <a:pt x="3486150" y="3412"/>
                  <a:pt x="3486150" y="7620"/>
                </a:cubicBezTo>
                <a:lnTo>
                  <a:pt x="3486150" y="346710"/>
                </a:lnTo>
                <a:cubicBezTo>
                  <a:pt x="3486150" y="388794"/>
                  <a:pt x="3452034" y="422910"/>
                  <a:pt x="3409950" y="422910"/>
                </a:cubicBezTo>
                <a:lnTo>
                  <a:pt x="76200" y="422910"/>
                </a:lnTo>
                <a:cubicBezTo>
                  <a:pt x="34116" y="422910"/>
                  <a:pt x="0" y="388794"/>
                  <a:pt x="0" y="346710"/>
                </a:cubicBezTo>
                <a:lnTo>
                  <a:pt x="0" y="7620"/>
                </a:lnTo>
                <a:cubicBezTo>
                  <a:pt x="0" y="3414"/>
                  <a:pt x="3414" y="0"/>
                  <a:pt x="762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51020" y="2922269"/>
            <a:ext cx="3486150" cy="7620"/>
          </a:xfrm>
          <a:custGeom>
            <a:avLst/>
            <a:gdLst/>
            <a:ahLst/>
            <a:cxnLst/>
            <a:rect l="l" t="t" r="r" b="b"/>
            <a:pathLst>
              <a:path w="3486150" h="7620">
                <a:moveTo>
                  <a:pt x="7620" y="0"/>
                </a:moveTo>
                <a:lnTo>
                  <a:pt x="3478530" y="0"/>
                </a:lnTo>
                <a:cubicBezTo>
                  <a:pt x="3482738" y="0"/>
                  <a:pt x="3486150" y="3412"/>
                  <a:pt x="3486150" y="7620"/>
                </a:cubicBezTo>
                <a:lnTo>
                  <a:pt x="3486150" y="7620"/>
                </a:lnTo>
                <a:lnTo>
                  <a:pt x="0" y="7620"/>
                </a:lnTo>
                <a:lnTo>
                  <a:pt x="0" y="7620"/>
                </a:lnTo>
                <a:cubicBezTo>
                  <a:pt x="0" y="3414"/>
                  <a:pt x="3414" y="0"/>
                  <a:pt x="762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427220" y="3040382"/>
            <a:ext cx="35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56371" y="3002282"/>
            <a:ext cx="70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6B6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₹2,000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81010" y="1543051"/>
            <a:ext cx="3722370" cy="1922145"/>
          </a:xfrm>
          <a:custGeom>
            <a:avLst/>
            <a:gdLst/>
            <a:ahLst/>
            <a:cxnLst/>
            <a:rect l="l" t="t" r="r" b="b"/>
            <a:pathLst>
              <a:path w="3722370" h="1922145">
                <a:moveTo>
                  <a:pt x="152407" y="0"/>
                </a:moveTo>
                <a:lnTo>
                  <a:pt x="3569963" y="0"/>
                </a:lnTo>
                <a:cubicBezTo>
                  <a:pt x="3654135" y="0"/>
                  <a:pt x="3722370" y="68235"/>
                  <a:pt x="3722370" y="152407"/>
                </a:cubicBezTo>
                <a:lnTo>
                  <a:pt x="3722370" y="1769738"/>
                </a:lnTo>
                <a:cubicBezTo>
                  <a:pt x="3722370" y="1853910"/>
                  <a:pt x="3654135" y="1922145"/>
                  <a:pt x="3569963" y="1922145"/>
                </a:cubicBezTo>
                <a:lnTo>
                  <a:pt x="152407" y="1922145"/>
                </a:lnTo>
                <a:cubicBezTo>
                  <a:pt x="68235" y="1922145"/>
                  <a:pt x="0" y="1853910"/>
                  <a:pt x="0" y="1769738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99120" y="16611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320564" y="179450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8770620" y="1661159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Installation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70620" y="1927859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Materials + Labor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20551" y="223265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8418195" y="2194559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Cat6 Cables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20551" y="246125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8418195" y="2423159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Cable Management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20551" y="268985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8418195" y="2651759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4-6 Hours Labor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99120" y="2922269"/>
            <a:ext cx="3486150" cy="422910"/>
          </a:xfrm>
          <a:custGeom>
            <a:avLst/>
            <a:gdLst/>
            <a:ahLst/>
            <a:cxnLst/>
            <a:rect l="l" t="t" r="r" b="b"/>
            <a:pathLst>
              <a:path w="3486150" h="422910">
                <a:moveTo>
                  <a:pt x="7620" y="0"/>
                </a:moveTo>
                <a:lnTo>
                  <a:pt x="3478530" y="0"/>
                </a:lnTo>
                <a:cubicBezTo>
                  <a:pt x="3482738" y="0"/>
                  <a:pt x="3486150" y="3412"/>
                  <a:pt x="3486150" y="7620"/>
                </a:cubicBezTo>
                <a:lnTo>
                  <a:pt x="3486150" y="346710"/>
                </a:lnTo>
                <a:cubicBezTo>
                  <a:pt x="3486150" y="388794"/>
                  <a:pt x="3452034" y="422910"/>
                  <a:pt x="3409950" y="422910"/>
                </a:cubicBezTo>
                <a:lnTo>
                  <a:pt x="76200" y="422910"/>
                </a:lnTo>
                <a:cubicBezTo>
                  <a:pt x="34116" y="422910"/>
                  <a:pt x="0" y="388794"/>
                  <a:pt x="0" y="346710"/>
                </a:cubicBezTo>
                <a:lnTo>
                  <a:pt x="0" y="7620"/>
                </a:lnTo>
                <a:cubicBezTo>
                  <a:pt x="0" y="3414"/>
                  <a:pt x="3414" y="0"/>
                  <a:pt x="762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199120" y="2922269"/>
            <a:ext cx="3486150" cy="7620"/>
          </a:xfrm>
          <a:custGeom>
            <a:avLst/>
            <a:gdLst/>
            <a:ahLst/>
            <a:cxnLst/>
            <a:rect l="l" t="t" r="r" b="b"/>
            <a:pathLst>
              <a:path w="3486150" h="7620">
                <a:moveTo>
                  <a:pt x="7620" y="0"/>
                </a:moveTo>
                <a:lnTo>
                  <a:pt x="3478530" y="0"/>
                </a:lnTo>
                <a:cubicBezTo>
                  <a:pt x="3482738" y="0"/>
                  <a:pt x="3486150" y="3412"/>
                  <a:pt x="3486150" y="7620"/>
                </a:cubicBezTo>
                <a:lnTo>
                  <a:pt x="3486150" y="7620"/>
                </a:lnTo>
                <a:lnTo>
                  <a:pt x="0" y="7620"/>
                </a:lnTo>
                <a:lnTo>
                  <a:pt x="0" y="7620"/>
                </a:lnTo>
                <a:cubicBezTo>
                  <a:pt x="0" y="3414"/>
                  <a:pt x="3414" y="0"/>
                  <a:pt x="7620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275320" y="3040382"/>
            <a:ext cx="35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10662" y="3002282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₹3,500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8620" y="3550920"/>
            <a:ext cx="11416665" cy="853440"/>
          </a:xfrm>
          <a:custGeom>
            <a:avLst/>
            <a:gdLst/>
            <a:ahLst/>
            <a:cxnLst/>
            <a:rect l="l" t="t" r="r" b="b"/>
            <a:pathLst>
              <a:path w="11416665" h="853440">
                <a:moveTo>
                  <a:pt x="152399" y="0"/>
                </a:moveTo>
                <a:lnTo>
                  <a:pt x="11264266" y="0"/>
                </a:lnTo>
                <a:cubicBezTo>
                  <a:pt x="11348434" y="0"/>
                  <a:pt x="11416665" y="68231"/>
                  <a:pt x="11416665" y="152399"/>
                </a:cubicBezTo>
                <a:lnTo>
                  <a:pt x="11416665" y="701041"/>
                </a:lnTo>
                <a:cubicBezTo>
                  <a:pt x="11416665" y="785209"/>
                  <a:pt x="11348434" y="853440"/>
                  <a:pt x="11264266" y="853440"/>
                </a:cubicBezTo>
                <a:lnTo>
                  <a:pt x="152399" y="853440"/>
                </a:lnTo>
                <a:cubicBezTo>
                  <a:pt x="68288" y="853440"/>
                  <a:pt x="0" y="785152"/>
                  <a:pt x="0" y="701041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50000">
                <a:srgbClr val="06B6D4">
                  <a:alpha val="30000"/>
                </a:srgbClr>
              </a:gs>
              <a:gs pos="100000">
                <a:srgbClr val="10B981">
                  <a:alpha val="30000"/>
                </a:srgbClr>
              </a:gs>
            </a:gsLst>
            <a:lin ang="0" scaled="1"/>
          </a:gradFill>
          <a:ln w="20320">
            <a:solidFill>
              <a:srgbClr val="3B82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4359" y="3834771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35719" y="0"/>
                </a:moveTo>
                <a:cubicBezTo>
                  <a:pt x="16018" y="0"/>
                  <a:pt x="0" y="16018"/>
                  <a:pt x="0" y="35719"/>
                </a:cubicBezTo>
                <a:lnTo>
                  <a:pt x="0" y="250031"/>
                </a:lnTo>
                <a:cubicBezTo>
                  <a:pt x="0" y="269732"/>
                  <a:pt x="16018" y="285750"/>
                  <a:pt x="35719" y="285750"/>
                </a:cubicBezTo>
                <a:lnTo>
                  <a:pt x="178594" y="285750"/>
                </a:lnTo>
                <a:cubicBezTo>
                  <a:pt x="198295" y="285750"/>
                  <a:pt x="214313" y="269732"/>
                  <a:pt x="214313" y="250031"/>
                </a:cubicBezTo>
                <a:lnTo>
                  <a:pt x="214313" y="35719"/>
                </a:lnTo>
                <a:cubicBezTo>
                  <a:pt x="214313" y="16018"/>
                  <a:pt x="198295" y="0"/>
                  <a:pt x="178594" y="0"/>
                </a:cubicBezTo>
                <a:lnTo>
                  <a:pt x="35719" y="0"/>
                </a:lnTo>
                <a:close/>
                <a:moveTo>
                  <a:pt x="98227" y="196453"/>
                </a:moveTo>
                <a:lnTo>
                  <a:pt x="116086" y="196453"/>
                </a:lnTo>
                <a:cubicBezTo>
                  <a:pt x="125964" y="196453"/>
                  <a:pt x="133945" y="204434"/>
                  <a:pt x="133945" y="214313"/>
                </a:cubicBezTo>
                <a:lnTo>
                  <a:pt x="133945" y="258961"/>
                </a:lnTo>
                <a:lnTo>
                  <a:pt x="80367" y="258961"/>
                </a:lnTo>
                <a:lnTo>
                  <a:pt x="80367" y="214313"/>
                </a:lnTo>
                <a:cubicBezTo>
                  <a:pt x="80367" y="204434"/>
                  <a:pt x="88348" y="196453"/>
                  <a:pt x="98227" y="196453"/>
                </a:cubicBezTo>
                <a:close/>
                <a:moveTo>
                  <a:pt x="53578" y="62508"/>
                </a:moveTo>
                <a:cubicBezTo>
                  <a:pt x="53578" y="57596"/>
                  <a:pt x="57596" y="53578"/>
                  <a:pt x="62508" y="53578"/>
                </a:cubicBezTo>
                <a:lnTo>
                  <a:pt x="80367" y="53578"/>
                </a:lnTo>
                <a:cubicBezTo>
                  <a:pt x="85279" y="53578"/>
                  <a:pt x="89297" y="57596"/>
                  <a:pt x="89297" y="62508"/>
                </a:cubicBezTo>
                <a:lnTo>
                  <a:pt x="89297" y="80367"/>
                </a:lnTo>
                <a:cubicBezTo>
                  <a:pt x="89297" y="85279"/>
                  <a:pt x="85279" y="89297"/>
                  <a:pt x="80367" y="89297"/>
                </a:cubicBezTo>
                <a:lnTo>
                  <a:pt x="62508" y="89297"/>
                </a:lnTo>
                <a:cubicBezTo>
                  <a:pt x="57596" y="89297"/>
                  <a:pt x="53578" y="85279"/>
                  <a:pt x="53578" y="80367"/>
                </a:cubicBezTo>
                <a:lnTo>
                  <a:pt x="53578" y="62508"/>
                </a:lnTo>
                <a:close/>
                <a:moveTo>
                  <a:pt x="133945" y="53578"/>
                </a:moveTo>
                <a:lnTo>
                  <a:pt x="151805" y="53578"/>
                </a:lnTo>
                <a:cubicBezTo>
                  <a:pt x="156716" y="53578"/>
                  <a:pt x="160734" y="57596"/>
                  <a:pt x="160734" y="62508"/>
                </a:cubicBezTo>
                <a:lnTo>
                  <a:pt x="160734" y="80367"/>
                </a:lnTo>
                <a:cubicBezTo>
                  <a:pt x="160734" y="85279"/>
                  <a:pt x="156716" y="89297"/>
                  <a:pt x="151805" y="89297"/>
                </a:cubicBezTo>
                <a:lnTo>
                  <a:pt x="133945" y="89297"/>
                </a:lnTo>
                <a:cubicBezTo>
                  <a:pt x="129034" y="89297"/>
                  <a:pt x="125016" y="85279"/>
                  <a:pt x="125016" y="80367"/>
                </a:cubicBezTo>
                <a:lnTo>
                  <a:pt x="125016" y="62508"/>
                </a:lnTo>
                <a:cubicBezTo>
                  <a:pt x="125016" y="57596"/>
                  <a:pt x="129034" y="53578"/>
                  <a:pt x="133945" y="53578"/>
                </a:cubicBezTo>
                <a:close/>
                <a:moveTo>
                  <a:pt x="53578" y="133945"/>
                </a:moveTo>
                <a:cubicBezTo>
                  <a:pt x="53578" y="129034"/>
                  <a:pt x="57596" y="125016"/>
                  <a:pt x="62508" y="125016"/>
                </a:cubicBezTo>
                <a:lnTo>
                  <a:pt x="80367" y="125016"/>
                </a:lnTo>
                <a:cubicBezTo>
                  <a:pt x="85279" y="125016"/>
                  <a:pt x="89297" y="129034"/>
                  <a:pt x="89297" y="133945"/>
                </a:cubicBezTo>
                <a:lnTo>
                  <a:pt x="89297" y="151805"/>
                </a:lnTo>
                <a:cubicBezTo>
                  <a:pt x="89297" y="156716"/>
                  <a:pt x="85279" y="160734"/>
                  <a:pt x="80367" y="160734"/>
                </a:cubicBezTo>
                <a:lnTo>
                  <a:pt x="62508" y="160734"/>
                </a:lnTo>
                <a:cubicBezTo>
                  <a:pt x="57596" y="160734"/>
                  <a:pt x="53578" y="156716"/>
                  <a:pt x="53578" y="151805"/>
                </a:cubicBezTo>
                <a:lnTo>
                  <a:pt x="53578" y="133945"/>
                </a:lnTo>
                <a:close/>
                <a:moveTo>
                  <a:pt x="133945" y="125016"/>
                </a:moveTo>
                <a:lnTo>
                  <a:pt x="151805" y="125016"/>
                </a:lnTo>
                <a:cubicBezTo>
                  <a:pt x="156716" y="125016"/>
                  <a:pt x="160734" y="129034"/>
                  <a:pt x="160734" y="133945"/>
                </a:cubicBezTo>
                <a:lnTo>
                  <a:pt x="160734" y="151805"/>
                </a:lnTo>
                <a:cubicBezTo>
                  <a:pt x="160734" y="156716"/>
                  <a:pt x="156716" y="160734"/>
                  <a:pt x="151805" y="160734"/>
                </a:cubicBezTo>
                <a:lnTo>
                  <a:pt x="133945" y="160734"/>
                </a:lnTo>
                <a:cubicBezTo>
                  <a:pt x="129034" y="160734"/>
                  <a:pt x="125016" y="156716"/>
                  <a:pt x="125016" y="151805"/>
                </a:cubicBezTo>
                <a:lnTo>
                  <a:pt x="125016" y="133945"/>
                </a:lnTo>
                <a:cubicBezTo>
                  <a:pt x="125016" y="129034"/>
                  <a:pt x="129034" y="125016"/>
                  <a:pt x="133945" y="12501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3" name="Text 51"/>
          <p:cNvSpPr/>
          <p:nvPr/>
        </p:nvSpPr>
        <p:spPr>
          <a:xfrm>
            <a:off x="1020127" y="3749046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Total Workshop Setup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20127" y="4015746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One-time cost for 3-pit workshop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394395" y="3672846"/>
            <a:ext cx="1285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₹8,000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489645" y="4053846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~$95 USD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84810" y="4491992"/>
            <a:ext cx="5646420" cy="655320"/>
          </a:xfrm>
          <a:custGeom>
            <a:avLst/>
            <a:gdLst/>
            <a:ahLst/>
            <a:cxnLst/>
            <a:rect l="l" t="t" r="r" b="b"/>
            <a:pathLst>
              <a:path w="5646420" h="655320">
                <a:moveTo>
                  <a:pt x="114301" y="0"/>
                </a:moveTo>
                <a:lnTo>
                  <a:pt x="5532119" y="0"/>
                </a:lnTo>
                <a:cubicBezTo>
                  <a:pt x="5595246" y="0"/>
                  <a:pt x="5646420" y="51174"/>
                  <a:pt x="5646420" y="114301"/>
                </a:cubicBezTo>
                <a:lnTo>
                  <a:pt x="5646420" y="541019"/>
                </a:lnTo>
                <a:cubicBezTo>
                  <a:pt x="5646420" y="604146"/>
                  <a:pt x="5595246" y="655320"/>
                  <a:pt x="5532119" y="655320"/>
                </a:cubicBezTo>
                <a:lnTo>
                  <a:pt x="114301" y="655320"/>
                </a:lnTo>
                <a:cubicBezTo>
                  <a:pt x="51174" y="655320"/>
                  <a:pt x="0" y="604146"/>
                  <a:pt x="0" y="5410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E293B">
              <a:alpha val="4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26732" y="4724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9" name="Text 57"/>
          <p:cNvSpPr/>
          <p:nvPr/>
        </p:nvSpPr>
        <p:spPr>
          <a:xfrm>
            <a:off x="855345" y="4610100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Note for 3+ Pits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55345" y="4838700"/>
            <a:ext cx="294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8-port PoE switch (₹4,500 instead of ₹2,500)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56960" y="4491992"/>
            <a:ext cx="5646420" cy="655320"/>
          </a:xfrm>
          <a:custGeom>
            <a:avLst/>
            <a:gdLst/>
            <a:ahLst/>
            <a:cxnLst/>
            <a:rect l="l" t="t" r="r" b="b"/>
            <a:pathLst>
              <a:path w="5646420" h="655320">
                <a:moveTo>
                  <a:pt x="114301" y="0"/>
                </a:moveTo>
                <a:lnTo>
                  <a:pt x="5532119" y="0"/>
                </a:lnTo>
                <a:cubicBezTo>
                  <a:pt x="5595246" y="0"/>
                  <a:pt x="5646420" y="51174"/>
                  <a:pt x="5646420" y="114301"/>
                </a:cubicBezTo>
                <a:lnTo>
                  <a:pt x="5646420" y="541019"/>
                </a:lnTo>
                <a:cubicBezTo>
                  <a:pt x="5646420" y="604146"/>
                  <a:pt x="5595246" y="655320"/>
                  <a:pt x="5532119" y="655320"/>
                </a:cubicBezTo>
                <a:lnTo>
                  <a:pt x="114301" y="655320"/>
                </a:lnTo>
                <a:cubicBezTo>
                  <a:pt x="51174" y="655320"/>
                  <a:pt x="0" y="604146"/>
                  <a:pt x="0" y="5410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E293B">
              <a:alpha val="4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98882" y="4724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6627495" y="4610100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Professional Installation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627495" y="4838700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Certified technician ensures optimal setup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2179320" cy="312420"/>
          </a:xfrm>
          <a:custGeom>
            <a:avLst/>
            <a:gdLst/>
            <a:ahLst/>
            <a:cxnLst/>
            <a:rect l="l" t="t" r="r" b="b"/>
            <a:pathLst>
              <a:path w="2179320" h="312420">
                <a:moveTo>
                  <a:pt x="156210" y="0"/>
                </a:moveTo>
                <a:lnTo>
                  <a:pt x="2023110" y="0"/>
                </a:lnTo>
                <a:cubicBezTo>
                  <a:pt x="2109382" y="0"/>
                  <a:pt x="2179320" y="69938"/>
                  <a:pt x="2179320" y="156210"/>
                </a:cubicBezTo>
                <a:lnTo>
                  <a:pt x="2179320" y="156210"/>
                </a:lnTo>
                <a:cubicBezTo>
                  <a:pt x="2179320" y="242482"/>
                  <a:pt x="2109382" y="312420"/>
                  <a:pt x="2023110" y="312420"/>
                </a:cubicBezTo>
                <a:lnTo>
                  <a:pt x="156210" y="312420"/>
                </a:lnTo>
                <a:cubicBezTo>
                  <a:pt x="69938" y="312420"/>
                  <a:pt x="0" y="242482"/>
                  <a:pt x="0" y="156210"/>
                </a:cubicBezTo>
                <a:lnTo>
                  <a:pt x="0" y="156210"/>
                </a:lnTo>
                <a:cubicBezTo>
                  <a:pt x="0" y="69938"/>
                  <a:pt x="69938" y="0"/>
                  <a:pt x="15621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0160">
            <a:solidFill>
              <a:srgbClr val="F59E0B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020" y="472446"/>
            <a:ext cx="19382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PRICING &amp; BUSINESS MODEL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15346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Investment Breakdown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28756"/>
            <a:ext cx="3703320" cy="3017520"/>
          </a:xfrm>
          <a:custGeom>
            <a:avLst/>
            <a:gdLst/>
            <a:ahLst/>
            <a:cxnLst/>
            <a:rect l="l" t="t" r="r" b="b"/>
            <a:pathLst>
              <a:path w="3703320" h="3017520">
                <a:moveTo>
                  <a:pt x="152415" y="0"/>
                </a:moveTo>
                <a:lnTo>
                  <a:pt x="3550905" y="0"/>
                </a:lnTo>
                <a:cubicBezTo>
                  <a:pt x="3635082" y="0"/>
                  <a:pt x="3703320" y="68238"/>
                  <a:pt x="3703320" y="152415"/>
                </a:cubicBezTo>
                <a:lnTo>
                  <a:pt x="3703320" y="2865105"/>
                </a:lnTo>
                <a:cubicBezTo>
                  <a:pt x="3703320" y="2949282"/>
                  <a:pt x="3635082" y="3017520"/>
                  <a:pt x="3550905" y="3017520"/>
                </a:cubicBezTo>
                <a:lnTo>
                  <a:pt x="152415" y="3017520"/>
                </a:lnTo>
                <a:cubicBezTo>
                  <a:pt x="68238" y="3017520"/>
                  <a:pt x="0" y="2949282"/>
                  <a:pt x="0" y="2865105"/>
                </a:cubicBezTo>
                <a:lnTo>
                  <a:pt x="0" y="152415"/>
                </a:lnTo>
                <a:cubicBezTo>
                  <a:pt x="0" y="68295"/>
                  <a:pt x="68295" y="0"/>
                  <a:pt x="15241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020" y="15849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9608" y="169926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64931" y="57150"/>
                </a:moveTo>
                <a:lnTo>
                  <a:pt x="149617" y="35719"/>
                </a:lnTo>
                <a:lnTo>
                  <a:pt x="50453" y="35719"/>
                </a:lnTo>
                <a:lnTo>
                  <a:pt x="35138" y="57150"/>
                </a:lnTo>
                <a:lnTo>
                  <a:pt x="164931" y="57150"/>
                </a:lnTo>
                <a:close/>
                <a:moveTo>
                  <a:pt x="0" y="66303"/>
                </a:moveTo>
                <a:cubicBezTo>
                  <a:pt x="0" y="60365"/>
                  <a:pt x="1875" y="54560"/>
                  <a:pt x="5313" y="49694"/>
                </a:cubicBezTo>
                <a:lnTo>
                  <a:pt x="27191" y="19110"/>
                </a:lnTo>
                <a:cubicBezTo>
                  <a:pt x="32549" y="11609"/>
                  <a:pt x="41211" y="7144"/>
                  <a:pt x="50408" y="7144"/>
                </a:cubicBezTo>
                <a:lnTo>
                  <a:pt x="149572" y="7144"/>
                </a:lnTo>
                <a:cubicBezTo>
                  <a:pt x="158814" y="7144"/>
                  <a:pt x="167476" y="11609"/>
                  <a:pt x="172834" y="19110"/>
                </a:cubicBezTo>
                <a:lnTo>
                  <a:pt x="194667" y="49694"/>
                </a:lnTo>
                <a:cubicBezTo>
                  <a:pt x="198150" y="54560"/>
                  <a:pt x="199980" y="60365"/>
                  <a:pt x="199980" y="6630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6630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112520" y="1680214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Hardware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020" y="2541274"/>
            <a:ext cx="3390900" cy="7620"/>
          </a:xfrm>
          <a:custGeom>
            <a:avLst/>
            <a:gdLst/>
            <a:ahLst/>
            <a:cxnLst/>
            <a:rect l="l" t="t" r="r" b="b"/>
            <a:pathLst>
              <a:path w="3390900" h="7620">
                <a:moveTo>
                  <a:pt x="0" y="0"/>
                </a:moveTo>
                <a:lnTo>
                  <a:pt x="3390900" y="0"/>
                </a:lnTo>
                <a:lnTo>
                  <a:pt x="3390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1020" y="2270764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Pit Kit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2467" y="2270764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₹7,750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020" y="2967992"/>
            <a:ext cx="3390900" cy="7620"/>
          </a:xfrm>
          <a:custGeom>
            <a:avLst/>
            <a:gdLst/>
            <a:ahLst/>
            <a:cxnLst/>
            <a:rect l="l" t="t" r="r" b="b"/>
            <a:pathLst>
              <a:path w="3390900" h="7620">
                <a:moveTo>
                  <a:pt x="0" y="0"/>
                </a:moveTo>
                <a:lnTo>
                  <a:pt x="3390900" y="0"/>
                </a:lnTo>
                <a:lnTo>
                  <a:pt x="3390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1020" y="2697482"/>
            <a:ext cx="55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Pit Kits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57337" y="2697482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₹23,250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1020" y="3394710"/>
            <a:ext cx="3390900" cy="7620"/>
          </a:xfrm>
          <a:custGeom>
            <a:avLst/>
            <a:gdLst/>
            <a:ahLst/>
            <a:cxnLst/>
            <a:rect l="l" t="t" r="r" b="b"/>
            <a:pathLst>
              <a:path w="3390900" h="7620">
                <a:moveTo>
                  <a:pt x="0" y="0"/>
                </a:moveTo>
                <a:lnTo>
                  <a:pt x="3390900" y="0"/>
                </a:lnTo>
                <a:lnTo>
                  <a:pt x="3390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1020" y="31242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Workshop Setup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88650" y="3124200"/>
            <a:ext cx="504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₹8,000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4830" y="3554728"/>
            <a:ext cx="3379470" cy="731520"/>
          </a:xfrm>
          <a:custGeom>
            <a:avLst/>
            <a:gdLst/>
            <a:ahLst/>
            <a:cxnLst/>
            <a:rect l="l" t="t" r="r" b="b"/>
            <a:pathLst>
              <a:path w="3379470" h="731520">
                <a:moveTo>
                  <a:pt x="114300" y="0"/>
                </a:moveTo>
                <a:lnTo>
                  <a:pt x="3265170" y="0"/>
                </a:lnTo>
                <a:cubicBezTo>
                  <a:pt x="3328254" y="0"/>
                  <a:pt x="3379470" y="51216"/>
                  <a:pt x="3379470" y="114300"/>
                </a:cubicBezTo>
                <a:lnTo>
                  <a:pt x="3379470" y="617220"/>
                </a:lnTo>
                <a:cubicBezTo>
                  <a:pt x="3379470" y="680346"/>
                  <a:pt x="3328296" y="731520"/>
                  <a:pt x="3265170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0" scaled="1"/>
          </a:gra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" y="3710825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Total (3 pits)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19068" y="3672846"/>
            <a:ext cx="904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₹31,250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7227" y="403086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07179" y="42863"/>
                </a:moveTo>
                <a:lnTo>
                  <a:pt x="108942" y="42863"/>
                </a:lnTo>
                <a:cubicBezTo>
                  <a:pt x="111911" y="42863"/>
                  <a:pt x="114300" y="40474"/>
                  <a:pt x="114300" y="37505"/>
                </a:cubicBezTo>
                <a:lnTo>
                  <a:pt x="114300" y="5358"/>
                </a:lnTo>
                <a:cubicBezTo>
                  <a:pt x="114300" y="3192"/>
                  <a:pt x="113005" y="1228"/>
                  <a:pt x="110996" y="402"/>
                </a:cubicBezTo>
                <a:cubicBezTo>
                  <a:pt x="108987" y="-424"/>
                  <a:pt x="106687" y="45"/>
                  <a:pt x="105147" y="1563"/>
                </a:cubicBezTo>
                <a:lnTo>
                  <a:pt x="93605" y="13127"/>
                </a:lnTo>
                <a:cubicBezTo>
                  <a:pt x="83716" y="4934"/>
                  <a:pt x="70991" y="0"/>
                  <a:pt x="57150" y="0"/>
                </a:cubicBezTo>
                <a:cubicBezTo>
                  <a:pt x="28352" y="0"/>
                  <a:pt x="4532" y="21297"/>
                  <a:pt x="580" y="49002"/>
                </a:cubicBezTo>
                <a:cubicBezTo>
                  <a:pt x="22" y="52908"/>
                  <a:pt x="2724" y="56525"/>
                  <a:pt x="6630" y="57083"/>
                </a:cubicBezTo>
                <a:cubicBezTo>
                  <a:pt x="10537" y="57641"/>
                  <a:pt x="14154" y="54918"/>
                  <a:pt x="14712" y="51033"/>
                </a:cubicBezTo>
                <a:cubicBezTo>
                  <a:pt x="17681" y="30249"/>
                  <a:pt x="35562" y="14288"/>
                  <a:pt x="57150" y="14288"/>
                </a:cubicBezTo>
                <a:cubicBezTo>
                  <a:pt x="67062" y="14288"/>
                  <a:pt x="76170" y="17636"/>
                  <a:pt x="83426" y="23284"/>
                </a:cubicBezTo>
                <a:lnTo>
                  <a:pt x="73000" y="33710"/>
                </a:lnTo>
                <a:cubicBezTo>
                  <a:pt x="71460" y="35250"/>
                  <a:pt x="71013" y="37549"/>
                  <a:pt x="71839" y="39559"/>
                </a:cubicBezTo>
                <a:cubicBezTo>
                  <a:pt x="72665" y="41568"/>
                  <a:pt x="74630" y="42863"/>
                  <a:pt x="76795" y="42863"/>
                </a:cubicBezTo>
                <a:lnTo>
                  <a:pt x="107179" y="42863"/>
                </a:lnTo>
                <a:close/>
                <a:moveTo>
                  <a:pt x="113742" y="65298"/>
                </a:moveTo>
                <a:cubicBezTo>
                  <a:pt x="114300" y="61392"/>
                  <a:pt x="111576" y="57775"/>
                  <a:pt x="107692" y="57217"/>
                </a:cubicBezTo>
                <a:cubicBezTo>
                  <a:pt x="103808" y="56659"/>
                  <a:pt x="100169" y="59382"/>
                  <a:pt x="99611" y="63267"/>
                </a:cubicBezTo>
                <a:cubicBezTo>
                  <a:pt x="96642" y="84028"/>
                  <a:pt x="78760" y="99990"/>
                  <a:pt x="57172" y="99990"/>
                </a:cubicBezTo>
                <a:cubicBezTo>
                  <a:pt x="47260" y="99990"/>
                  <a:pt x="38152" y="96642"/>
                  <a:pt x="30897" y="90994"/>
                </a:cubicBezTo>
                <a:lnTo>
                  <a:pt x="41300" y="80590"/>
                </a:lnTo>
                <a:cubicBezTo>
                  <a:pt x="42840" y="79050"/>
                  <a:pt x="43287" y="76751"/>
                  <a:pt x="42461" y="74741"/>
                </a:cubicBezTo>
                <a:cubicBezTo>
                  <a:pt x="41635" y="72732"/>
                  <a:pt x="39670" y="71438"/>
                  <a:pt x="37505" y="71438"/>
                </a:cubicBezTo>
                <a:lnTo>
                  <a:pt x="5358" y="71438"/>
                </a:lnTo>
                <a:cubicBezTo>
                  <a:pt x="2389" y="71438"/>
                  <a:pt x="0" y="73826"/>
                  <a:pt x="0" y="76795"/>
                </a:cubicBezTo>
                <a:lnTo>
                  <a:pt x="0" y="108942"/>
                </a:lnTo>
                <a:cubicBezTo>
                  <a:pt x="0" y="111108"/>
                  <a:pt x="1295" y="113072"/>
                  <a:pt x="3304" y="113898"/>
                </a:cubicBezTo>
                <a:cubicBezTo>
                  <a:pt x="5313" y="114724"/>
                  <a:pt x="7613" y="114255"/>
                  <a:pt x="9153" y="112737"/>
                </a:cubicBezTo>
                <a:lnTo>
                  <a:pt x="20717" y="101173"/>
                </a:lnTo>
                <a:cubicBezTo>
                  <a:pt x="30584" y="109366"/>
                  <a:pt x="43309" y="114300"/>
                  <a:pt x="57150" y="114300"/>
                </a:cubicBezTo>
                <a:cubicBezTo>
                  <a:pt x="85948" y="114300"/>
                  <a:pt x="109768" y="93003"/>
                  <a:pt x="113720" y="65298"/>
                </a:cubicBezTo>
                <a:close/>
              </a:path>
            </a:pathLst>
          </a:custGeom>
          <a:solidFill>
            <a:srgbClr val="F1F5F9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34390" y="4015625"/>
            <a:ext cx="3028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One-time payment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5531" y="1428756"/>
            <a:ext cx="3703320" cy="3017520"/>
          </a:xfrm>
          <a:custGeom>
            <a:avLst/>
            <a:gdLst/>
            <a:ahLst/>
            <a:cxnLst/>
            <a:rect l="l" t="t" r="r" b="b"/>
            <a:pathLst>
              <a:path w="3703320" h="3017520">
                <a:moveTo>
                  <a:pt x="152415" y="0"/>
                </a:moveTo>
                <a:lnTo>
                  <a:pt x="3550905" y="0"/>
                </a:lnTo>
                <a:cubicBezTo>
                  <a:pt x="3635082" y="0"/>
                  <a:pt x="3703320" y="68238"/>
                  <a:pt x="3703320" y="152415"/>
                </a:cubicBezTo>
                <a:lnTo>
                  <a:pt x="3703320" y="2865105"/>
                </a:lnTo>
                <a:cubicBezTo>
                  <a:pt x="3703320" y="2949282"/>
                  <a:pt x="3635082" y="3017520"/>
                  <a:pt x="3550905" y="3017520"/>
                </a:cubicBezTo>
                <a:lnTo>
                  <a:pt x="152415" y="3017520"/>
                </a:lnTo>
                <a:cubicBezTo>
                  <a:pt x="68238" y="3017520"/>
                  <a:pt x="0" y="2949282"/>
                  <a:pt x="0" y="2865105"/>
                </a:cubicBezTo>
                <a:lnTo>
                  <a:pt x="0" y="152415"/>
                </a:lnTo>
                <a:cubicBezTo>
                  <a:pt x="0" y="68295"/>
                  <a:pt x="68295" y="0"/>
                  <a:pt x="15241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1741" y="15849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16041" y="169926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973241" y="1680214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Subscription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01741" y="2541274"/>
            <a:ext cx="3390900" cy="7620"/>
          </a:xfrm>
          <a:custGeom>
            <a:avLst/>
            <a:gdLst/>
            <a:ahLst/>
            <a:cxnLst/>
            <a:rect l="l" t="t" r="r" b="b"/>
            <a:pathLst>
              <a:path w="3390900" h="7620">
                <a:moveTo>
                  <a:pt x="0" y="0"/>
                </a:moveTo>
                <a:lnTo>
                  <a:pt x="3390900" y="0"/>
                </a:lnTo>
                <a:lnTo>
                  <a:pt x="3390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401741" y="2270764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Pit / Month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96401" y="2270764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₹1,500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01741" y="2967992"/>
            <a:ext cx="3390900" cy="7620"/>
          </a:xfrm>
          <a:custGeom>
            <a:avLst/>
            <a:gdLst/>
            <a:ahLst/>
            <a:cxnLst/>
            <a:rect l="l" t="t" r="r" b="b"/>
            <a:pathLst>
              <a:path w="3390900" h="7620">
                <a:moveTo>
                  <a:pt x="0" y="0"/>
                </a:moveTo>
                <a:lnTo>
                  <a:pt x="3390900" y="0"/>
                </a:lnTo>
                <a:lnTo>
                  <a:pt x="3390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401741" y="2697482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Pits / Month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70922" y="2697482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₹4,500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01741" y="3394710"/>
            <a:ext cx="3390900" cy="7620"/>
          </a:xfrm>
          <a:custGeom>
            <a:avLst/>
            <a:gdLst/>
            <a:ahLst/>
            <a:cxnLst/>
            <a:rect l="l" t="t" r="r" b="b"/>
            <a:pathLst>
              <a:path w="3390900" h="7620">
                <a:moveTo>
                  <a:pt x="0" y="0"/>
                </a:moveTo>
                <a:lnTo>
                  <a:pt x="3390900" y="0"/>
                </a:lnTo>
                <a:lnTo>
                  <a:pt x="3390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401741" y="3124200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Months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84363" y="31242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₹54,000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05551" y="3554728"/>
            <a:ext cx="3379470" cy="731520"/>
          </a:xfrm>
          <a:custGeom>
            <a:avLst/>
            <a:gdLst/>
            <a:ahLst/>
            <a:cxnLst/>
            <a:rect l="l" t="t" r="r" b="b"/>
            <a:pathLst>
              <a:path w="3379470" h="731520">
                <a:moveTo>
                  <a:pt x="114300" y="0"/>
                </a:moveTo>
                <a:lnTo>
                  <a:pt x="3265170" y="0"/>
                </a:lnTo>
                <a:cubicBezTo>
                  <a:pt x="3328254" y="0"/>
                  <a:pt x="3379470" y="51216"/>
                  <a:pt x="3379470" y="114300"/>
                </a:cubicBezTo>
                <a:lnTo>
                  <a:pt x="3379470" y="617220"/>
                </a:lnTo>
                <a:cubicBezTo>
                  <a:pt x="3379470" y="680346"/>
                  <a:pt x="3328296" y="731520"/>
                  <a:pt x="3265170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0" scaled="1"/>
          </a:gra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3661" y="3710825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Annual Cost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97159" y="3672846"/>
            <a:ext cx="981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₹54,000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37948" y="403086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97490" y="16676"/>
                </a:moveTo>
                <a:lnTo>
                  <a:pt x="100013" y="19065"/>
                </a:lnTo>
                <a:lnTo>
                  <a:pt x="100013" y="7144"/>
                </a:lnTo>
                <a:cubicBezTo>
                  <a:pt x="100013" y="3192"/>
                  <a:pt x="103205" y="0"/>
                  <a:pt x="107156" y="0"/>
                </a:cubicBezTo>
                <a:cubicBezTo>
                  <a:pt x="111108" y="0"/>
                  <a:pt x="114300" y="3192"/>
                  <a:pt x="114300" y="7144"/>
                </a:cubicBezTo>
                <a:lnTo>
                  <a:pt x="114300" y="35719"/>
                </a:lnTo>
                <a:cubicBezTo>
                  <a:pt x="114300" y="39670"/>
                  <a:pt x="111108" y="42863"/>
                  <a:pt x="107156" y="42863"/>
                </a:cubicBezTo>
                <a:lnTo>
                  <a:pt x="78581" y="42863"/>
                </a:lnTo>
                <a:cubicBezTo>
                  <a:pt x="74630" y="42863"/>
                  <a:pt x="71438" y="39670"/>
                  <a:pt x="71438" y="35719"/>
                </a:cubicBezTo>
                <a:cubicBezTo>
                  <a:pt x="71438" y="31767"/>
                  <a:pt x="74630" y="28575"/>
                  <a:pt x="78581" y="28575"/>
                </a:cubicBezTo>
                <a:lnTo>
                  <a:pt x="89275" y="28575"/>
                </a:lnTo>
                <a:lnTo>
                  <a:pt x="87578" y="26968"/>
                </a:lnTo>
                <a:cubicBezTo>
                  <a:pt x="87533" y="26923"/>
                  <a:pt x="87489" y="26878"/>
                  <a:pt x="87444" y="26834"/>
                </a:cubicBezTo>
                <a:cubicBezTo>
                  <a:pt x="70701" y="10091"/>
                  <a:pt x="43577" y="10091"/>
                  <a:pt x="26834" y="26834"/>
                </a:cubicBezTo>
                <a:cubicBezTo>
                  <a:pt x="10091" y="43577"/>
                  <a:pt x="10091" y="70701"/>
                  <a:pt x="26834" y="87444"/>
                </a:cubicBezTo>
                <a:cubicBezTo>
                  <a:pt x="43577" y="104187"/>
                  <a:pt x="70701" y="104187"/>
                  <a:pt x="87444" y="87444"/>
                </a:cubicBezTo>
                <a:cubicBezTo>
                  <a:pt x="89275" y="85613"/>
                  <a:pt x="90904" y="83671"/>
                  <a:pt x="92333" y="81617"/>
                </a:cubicBezTo>
                <a:cubicBezTo>
                  <a:pt x="94588" y="78380"/>
                  <a:pt x="99053" y="77599"/>
                  <a:pt x="102290" y="79854"/>
                </a:cubicBezTo>
                <a:cubicBezTo>
                  <a:pt x="105527" y="82108"/>
                  <a:pt x="106308" y="86573"/>
                  <a:pt x="104053" y="89810"/>
                </a:cubicBezTo>
                <a:cubicBezTo>
                  <a:pt x="102156" y="92534"/>
                  <a:pt x="99990" y="95123"/>
                  <a:pt x="97557" y="97557"/>
                </a:cubicBezTo>
                <a:cubicBezTo>
                  <a:pt x="75233" y="119881"/>
                  <a:pt x="39045" y="119881"/>
                  <a:pt x="16743" y="97557"/>
                </a:cubicBezTo>
                <a:cubicBezTo>
                  <a:pt x="-5559" y="75233"/>
                  <a:pt x="-5581" y="39067"/>
                  <a:pt x="16743" y="16743"/>
                </a:cubicBezTo>
                <a:cubicBezTo>
                  <a:pt x="39045" y="-5559"/>
                  <a:pt x="75166" y="-5581"/>
                  <a:pt x="97490" y="16676"/>
                </a:cubicBezTo>
                <a:close/>
              </a:path>
            </a:pathLst>
          </a:custGeom>
          <a:solidFill>
            <a:srgbClr val="F1F5F9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695111" y="4015625"/>
            <a:ext cx="3028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Recurring revenue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6371" y="1428756"/>
            <a:ext cx="3703320" cy="3017520"/>
          </a:xfrm>
          <a:custGeom>
            <a:avLst/>
            <a:gdLst/>
            <a:ahLst/>
            <a:cxnLst/>
            <a:rect l="l" t="t" r="r" b="b"/>
            <a:pathLst>
              <a:path w="3703320" h="3017520">
                <a:moveTo>
                  <a:pt x="152415" y="0"/>
                </a:moveTo>
                <a:lnTo>
                  <a:pt x="3550905" y="0"/>
                </a:lnTo>
                <a:cubicBezTo>
                  <a:pt x="3635082" y="0"/>
                  <a:pt x="3703320" y="68238"/>
                  <a:pt x="3703320" y="152415"/>
                </a:cubicBezTo>
                <a:lnTo>
                  <a:pt x="3703320" y="2865105"/>
                </a:lnTo>
                <a:cubicBezTo>
                  <a:pt x="3703320" y="2949282"/>
                  <a:pt x="3635082" y="3017520"/>
                  <a:pt x="3550905" y="3017520"/>
                </a:cubicBezTo>
                <a:lnTo>
                  <a:pt x="152415" y="3017520"/>
                </a:lnTo>
                <a:cubicBezTo>
                  <a:pt x="68238" y="3017520"/>
                  <a:pt x="0" y="2949282"/>
                  <a:pt x="0" y="2865105"/>
                </a:cubicBezTo>
                <a:lnTo>
                  <a:pt x="0" y="152415"/>
                </a:lnTo>
                <a:cubicBezTo>
                  <a:pt x="0" y="68295"/>
                  <a:pt x="68295" y="0"/>
                  <a:pt x="15241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62581" y="15849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97316">
              <a:alpha val="3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05456" y="169926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4" name="Text 42"/>
          <p:cNvSpPr/>
          <p:nvPr/>
        </p:nvSpPr>
        <p:spPr>
          <a:xfrm>
            <a:off x="8834081" y="1680214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First Year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62581" y="2541274"/>
            <a:ext cx="3390900" cy="7620"/>
          </a:xfrm>
          <a:custGeom>
            <a:avLst/>
            <a:gdLst/>
            <a:ahLst/>
            <a:cxnLst/>
            <a:rect l="l" t="t" r="r" b="b"/>
            <a:pathLst>
              <a:path w="3390900" h="7620">
                <a:moveTo>
                  <a:pt x="0" y="0"/>
                </a:moveTo>
                <a:lnTo>
                  <a:pt x="3390900" y="0"/>
                </a:lnTo>
                <a:lnTo>
                  <a:pt x="3390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262581" y="2270764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204496" y="2270764"/>
            <a:ext cx="514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₹31,250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62581" y="2967992"/>
            <a:ext cx="3390900" cy="7620"/>
          </a:xfrm>
          <a:custGeom>
            <a:avLst/>
            <a:gdLst/>
            <a:ahLst/>
            <a:cxnLst/>
            <a:rect l="l" t="t" r="r" b="b"/>
            <a:pathLst>
              <a:path w="3390900" h="7620">
                <a:moveTo>
                  <a:pt x="0" y="0"/>
                </a:moveTo>
                <a:lnTo>
                  <a:pt x="3390900" y="0"/>
                </a:lnTo>
                <a:lnTo>
                  <a:pt x="3390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262581" y="2697482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Subscription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145084" y="2697482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₹54,000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62581" y="3394710"/>
            <a:ext cx="3390900" cy="7620"/>
          </a:xfrm>
          <a:custGeom>
            <a:avLst/>
            <a:gdLst/>
            <a:ahLst/>
            <a:cxnLst/>
            <a:rect l="l" t="t" r="r" b="b"/>
            <a:pathLst>
              <a:path w="3390900" h="7620">
                <a:moveTo>
                  <a:pt x="0" y="0"/>
                </a:moveTo>
                <a:lnTo>
                  <a:pt x="3390900" y="0"/>
                </a:lnTo>
                <a:lnTo>
                  <a:pt x="3390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262581" y="3124200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2+ Cost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971729" y="3124200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₹54,000/yr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66391" y="3554728"/>
            <a:ext cx="3379470" cy="731520"/>
          </a:xfrm>
          <a:custGeom>
            <a:avLst/>
            <a:gdLst/>
            <a:ahLst/>
            <a:cxnLst/>
            <a:rect l="l" t="t" r="r" b="b"/>
            <a:pathLst>
              <a:path w="3379470" h="731520">
                <a:moveTo>
                  <a:pt x="114300" y="0"/>
                </a:moveTo>
                <a:lnTo>
                  <a:pt x="3265170" y="0"/>
                </a:lnTo>
                <a:cubicBezTo>
                  <a:pt x="3328254" y="0"/>
                  <a:pt x="3379470" y="51216"/>
                  <a:pt x="3379470" y="114300"/>
                </a:cubicBezTo>
                <a:lnTo>
                  <a:pt x="3379470" y="617220"/>
                </a:lnTo>
                <a:cubicBezTo>
                  <a:pt x="3379470" y="680346"/>
                  <a:pt x="3328296" y="731520"/>
                  <a:pt x="3265170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97316">
                  <a:alpha val="20000"/>
                </a:srgbClr>
              </a:gs>
              <a:gs pos="100000">
                <a:srgbClr val="F97316">
                  <a:alpha val="5000"/>
                </a:srgbClr>
              </a:gs>
            </a:gsLst>
            <a:lin ang="0" scaled="1"/>
          </a:gradFill>
          <a:ln w="10160">
            <a:solidFill>
              <a:srgbClr val="F97316">
                <a:alpha val="50196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84500" y="3710825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Grand Total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693360" y="3672846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731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₹85,250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98788" y="403086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4288" y="14288"/>
                </a:moveTo>
                <a:cubicBezTo>
                  <a:pt x="14288" y="10336"/>
                  <a:pt x="11095" y="7144"/>
                  <a:pt x="7144" y="7144"/>
                </a:cubicBezTo>
                <a:cubicBezTo>
                  <a:pt x="3192" y="7144"/>
                  <a:pt x="0" y="10336"/>
                  <a:pt x="0" y="14288"/>
                </a:cubicBezTo>
                <a:lnTo>
                  <a:pt x="0" y="89297"/>
                </a:lnTo>
                <a:cubicBezTo>
                  <a:pt x="0" y="99164"/>
                  <a:pt x="7992" y="107156"/>
                  <a:pt x="17859" y="107156"/>
                </a:cubicBezTo>
                <a:lnTo>
                  <a:pt x="107156" y="107156"/>
                </a:lnTo>
                <a:cubicBezTo>
                  <a:pt x="111108" y="107156"/>
                  <a:pt x="114300" y="103964"/>
                  <a:pt x="114300" y="100013"/>
                </a:cubicBezTo>
                <a:cubicBezTo>
                  <a:pt x="114300" y="96061"/>
                  <a:pt x="111108" y="92869"/>
                  <a:pt x="107156" y="92869"/>
                </a:cubicBezTo>
                <a:lnTo>
                  <a:pt x="17859" y="92869"/>
                </a:lnTo>
                <a:cubicBezTo>
                  <a:pt x="15895" y="92869"/>
                  <a:pt x="14288" y="91261"/>
                  <a:pt x="14288" y="89297"/>
                </a:cubicBezTo>
                <a:lnTo>
                  <a:pt x="14288" y="14288"/>
                </a:lnTo>
                <a:close/>
                <a:moveTo>
                  <a:pt x="105058" y="33620"/>
                </a:moveTo>
                <a:cubicBezTo>
                  <a:pt x="107848" y="30830"/>
                  <a:pt x="107848" y="26298"/>
                  <a:pt x="105058" y="23507"/>
                </a:cubicBezTo>
                <a:cubicBezTo>
                  <a:pt x="102267" y="20717"/>
                  <a:pt x="97735" y="20717"/>
                  <a:pt x="94945" y="23507"/>
                </a:cubicBezTo>
                <a:lnTo>
                  <a:pt x="71438" y="47037"/>
                </a:lnTo>
                <a:lnTo>
                  <a:pt x="58623" y="34245"/>
                </a:lnTo>
                <a:cubicBezTo>
                  <a:pt x="55833" y="31455"/>
                  <a:pt x="51301" y="31455"/>
                  <a:pt x="48511" y="34245"/>
                </a:cubicBezTo>
                <a:lnTo>
                  <a:pt x="27079" y="55677"/>
                </a:lnTo>
                <a:cubicBezTo>
                  <a:pt x="24289" y="58467"/>
                  <a:pt x="24289" y="62999"/>
                  <a:pt x="27079" y="65789"/>
                </a:cubicBezTo>
                <a:cubicBezTo>
                  <a:pt x="29870" y="68580"/>
                  <a:pt x="34402" y="68580"/>
                  <a:pt x="37192" y="65789"/>
                </a:cubicBezTo>
                <a:lnTo>
                  <a:pt x="53578" y="49403"/>
                </a:lnTo>
                <a:lnTo>
                  <a:pt x="66392" y="62218"/>
                </a:lnTo>
                <a:cubicBezTo>
                  <a:pt x="69183" y="65008"/>
                  <a:pt x="73715" y="65008"/>
                  <a:pt x="76505" y="62218"/>
                </a:cubicBezTo>
                <a:lnTo>
                  <a:pt x="105080" y="33643"/>
                </a:lnTo>
                <a:close/>
              </a:path>
            </a:pathLst>
          </a:custGeom>
          <a:solidFill>
            <a:srgbClr val="F1F5F9">
              <a:alpha val="6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555950" y="4015625"/>
            <a:ext cx="3028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year investment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8620" y="4609860"/>
            <a:ext cx="11416665" cy="853440"/>
          </a:xfrm>
          <a:custGeom>
            <a:avLst/>
            <a:gdLst/>
            <a:ahLst/>
            <a:cxnLst/>
            <a:rect l="l" t="t" r="r" b="b"/>
            <a:pathLst>
              <a:path w="11416665" h="853440">
                <a:moveTo>
                  <a:pt x="152399" y="0"/>
                </a:moveTo>
                <a:lnTo>
                  <a:pt x="11264266" y="0"/>
                </a:lnTo>
                <a:cubicBezTo>
                  <a:pt x="11348434" y="0"/>
                  <a:pt x="11416665" y="68231"/>
                  <a:pt x="11416665" y="152399"/>
                </a:cubicBezTo>
                <a:lnTo>
                  <a:pt x="11416665" y="701041"/>
                </a:lnTo>
                <a:cubicBezTo>
                  <a:pt x="11416665" y="785209"/>
                  <a:pt x="11348434" y="853440"/>
                  <a:pt x="11264266" y="853440"/>
                </a:cubicBezTo>
                <a:lnTo>
                  <a:pt x="152399" y="853440"/>
                </a:lnTo>
                <a:cubicBezTo>
                  <a:pt x="68288" y="853440"/>
                  <a:pt x="0" y="785152"/>
                  <a:pt x="0" y="701041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50000">
                <a:srgbClr val="3B82F6">
                  <a:alpha val="30000"/>
                </a:srgbClr>
              </a:gs>
              <a:gs pos="100000">
                <a:srgbClr val="06B6D4">
                  <a:alpha val="30000"/>
                </a:srgbClr>
              </a:gs>
            </a:gsLst>
            <a:lin ang="0" scaled="1"/>
          </a:gradFill>
          <a:ln w="20320">
            <a:solidFill>
              <a:srgbClr val="10B98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6260" y="4777506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260033" y="0"/>
                </a:moveTo>
                <a:lnTo>
                  <a:pt x="260033" y="0"/>
                </a:lnTo>
                <a:cubicBezTo>
                  <a:pt x="403644" y="0"/>
                  <a:pt x="520065" y="116421"/>
                  <a:pt x="520065" y="260032"/>
                </a:cubicBezTo>
                <a:lnTo>
                  <a:pt x="520065" y="260033"/>
                </a:lnTo>
                <a:cubicBezTo>
                  <a:pt x="520065" y="403644"/>
                  <a:pt x="403644" y="520065"/>
                  <a:pt x="260033" y="520065"/>
                </a:cubicBezTo>
                <a:lnTo>
                  <a:pt x="260033" y="520065"/>
                </a:lnTo>
                <a:cubicBezTo>
                  <a:pt x="116421" y="520065"/>
                  <a:pt x="0" y="403644"/>
                  <a:pt x="0" y="260033"/>
                </a:cubicBezTo>
                <a:lnTo>
                  <a:pt x="0" y="260033"/>
                </a:lnTo>
                <a:cubicBezTo>
                  <a:pt x="0" y="116421"/>
                  <a:pt x="116421" y="0"/>
                  <a:pt x="260032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1040" y="492228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2" name="Text 60"/>
          <p:cNvSpPr/>
          <p:nvPr/>
        </p:nvSpPr>
        <p:spPr>
          <a:xfrm>
            <a:off x="1234440" y="4788936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234440" y="5055636"/>
            <a:ext cx="465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Justify 15-20% premium pricing with transparency → ROI in 6 months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278309" y="4769886"/>
            <a:ext cx="1362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 Months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354509" y="5112786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ROI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1474470" cy="312420"/>
          </a:xfrm>
          <a:custGeom>
            <a:avLst/>
            <a:gdLst/>
            <a:ahLst/>
            <a:cxnLst/>
            <a:rect l="l" t="t" r="r" b="b"/>
            <a:pathLst>
              <a:path w="1474470" h="312420">
                <a:moveTo>
                  <a:pt x="156210" y="0"/>
                </a:moveTo>
                <a:lnTo>
                  <a:pt x="1318260" y="0"/>
                </a:lnTo>
                <a:cubicBezTo>
                  <a:pt x="1404475" y="0"/>
                  <a:pt x="1474470" y="69995"/>
                  <a:pt x="1474470" y="156210"/>
                </a:cubicBezTo>
                <a:lnTo>
                  <a:pt x="1474470" y="156210"/>
                </a:lnTo>
                <a:cubicBezTo>
                  <a:pt x="1474470" y="242425"/>
                  <a:pt x="1404475" y="312420"/>
                  <a:pt x="1318260" y="312420"/>
                </a:cubicBezTo>
                <a:lnTo>
                  <a:pt x="156210" y="312420"/>
                </a:lnTo>
                <a:cubicBezTo>
                  <a:pt x="69938" y="312420"/>
                  <a:pt x="0" y="242482"/>
                  <a:pt x="0" y="156210"/>
                </a:cubicBezTo>
                <a:lnTo>
                  <a:pt x="0" y="156210"/>
                </a:lnTo>
                <a:cubicBezTo>
                  <a:pt x="0" y="69938"/>
                  <a:pt x="69938" y="0"/>
                  <a:pt x="15621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020" y="472446"/>
            <a:ext cx="12331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OWNER BENEFITS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7246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Complete Control Dashboard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38256"/>
            <a:ext cx="3722370" cy="1569720"/>
          </a:xfrm>
          <a:custGeom>
            <a:avLst/>
            <a:gdLst/>
            <a:ahLst/>
            <a:cxnLst/>
            <a:rect l="l" t="t" r="r" b="b"/>
            <a:pathLst>
              <a:path w="3722370" h="1569720">
                <a:moveTo>
                  <a:pt x="152404" y="0"/>
                </a:moveTo>
                <a:lnTo>
                  <a:pt x="3569966" y="0"/>
                </a:lnTo>
                <a:cubicBezTo>
                  <a:pt x="3654136" y="0"/>
                  <a:pt x="3722370" y="68234"/>
                  <a:pt x="3722370" y="152404"/>
                </a:cubicBezTo>
                <a:lnTo>
                  <a:pt x="3722370" y="1417316"/>
                </a:lnTo>
                <a:cubicBezTo>
                  <a:pt x="3722370" y="1501486"/>
                  <a:pt x="3654136" y="1569720"/>
                  <a:pt x="3569966" y="1569720"/>
                </a:cubicBezTo>
                <a:lnTo>
                  <a:pt x="152404" y="1569720"/>
                </a:lnTo>
                <a:cubicBezTo>
                  <a:pt x="68234" y="1569720"/>
                  <a:pt x="0" y="1501486"/>
                  <a:pt x="0" y="1417316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563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10076" y="146113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98220" y="1413514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Job Management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4351" y="185166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" y="1813564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jobs with car details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4351" y="208026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21995" y="2042164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 pits and staff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4351" y="230886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21995" y="2270764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Set/modify completion times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4351" y="253746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21995" y="2499364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 type templates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32910" y="1238256"/>
            <a:ext cx="3722370" cy="1569720"/>
          </a:xfrm>
          <a:custGeom>
            <a:avLst/>
            <a:gdLst/>
            <a:ahLst/>
            <a:cxnLst/>
            <a:rect l="l" t="t" r="r" b="b"/>
            <a:pathLst>
              <a:path w="3722370" h="1569720">
                <a:moveTo>
                  <a:pt x="152404" y="0"/>
                </a:moveTo>
                <a:lnTo>
                  <a:pt x="3569966" y="0"/>
                </a:lnTo>
                <a:cubicBezTo>
                  <a:pt x="3654136" y="0"/>
                  <a:pt x="3722370" y="68234"/>
                  <a:pt x="3722370" y="152404"/>
                </a:cubicBezTo>
                <a:lnTo>
                  <a:pt x="3722370" y="1417316"/>
                </a:lnTo>
                <a:cubicBezTo>
                  <a:pt x="3722370" y="1501486"/>
                  <a:pt x="3654136" y="1569720"/>
                  <a:pt x="3569966" y="1569720"/>
                </a:cubicBezTo>
                <a:lnTo>
                  <a:pt x="152404" y="1569720"/>
                </a:lnTo>
                <a:cubicBezTo>
                  <a:pt x="68234" y="1569720"/>
                  <a:pt x="0" y="1501486"/>
                  <a:pt x="0" y="1417316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51020" y="13563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47461" y="1461139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21431"/>
                </a:moveTo>
                <a:cubicBezTo>
                  <a:pt x="20326" y="21431"/>
                  <a:pt x="10716" y="31042"/>
                  <a:pt x="10716" y="42863"/>
                </a:cubicBezTo>
                <a:lnTo>
                  <a:pt x="10716" y="128588"/>
                </a:lnTo>
                <a:cubicBezTo>
                  <a:pt x="10716" y="140408"/>
                  <a:pt x="20326" y="150019"/>
                  <a:pt x="32147" y="150019"/>
                </a:cubicBezTo>
                <a:lnTo>
                  <a:pt x="117872" y="150019"/>
                </a:lnTo>
                <a:cubicBezTo>
                  <a:pt x="129693" y="150019"/>
                  <a:pt x="139303" y="140408"/>
                  <a:pt x="139303" y="128588"/>
                </a:cubicBezTo>
                <a:lnTo>
                  <a:pt x="139303" y="42863"/>
                </a:lnTo>
                <a:cubicBezTo>
                  <a:pt x="139303" y="31042"/>
                  <a:pt x="129693" y="21431"/>
                  <a:pt x="117872" y="21431"/>
                </a:cubicBezTo>
                <a:lnTo>
                  <a:pt x="32147" y="21431"/>
                </a:lnTo>
                <a:close/>
                <a:moveTo>
                  <a:pt x="155377" y="112514"/>
                </a:moveTo>
                <a:lnTo>
                  <a:pt x="179989" y="132204"/>
                </a:lnTo>
                <a:cubicBezTo>
                  <a:pt x="181395" y="133343"/>
                  <a:pt x="183137" y="133945"/>
                  <a:pt x="184945" y="133945"/>
                </a:cubicBezTo>
                <a:cubicBezTo>
                  <a:pt x="189332" y="133945"/>
                  <a:pt x="192881" y="130396"/>
                  <a:pt x="192881" y="126009"/>
                </a:cubicBezTo>
                <a:lnTo>
                  <a:pt x="192881" y="45441"/>
                </a:lnTo>
                <a:cubicBezTo>
                  <a:pt x="192881" y="41054"/>
                  <a:pt x="189332" y="37505"/>
                  <a:pt x="184945" y="37505"/>
                </a:cubicBezTo>
                <a:cubicBezTo>
                  <a:pt x="183137" y="37505"/>
                  <a:pt x="181395" y="38107"/>
                  <a:pt x="179989" y="39246"/>
                </a:cubicBezTo>
                <a:lnTo>
                  <a:pt x="155377" y="58936"/>
                </a:lnTo>
                <a:lnTo>
                  <a:pt x="155377" y="11251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413514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Live Monitoring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72451" y="185166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0095" y="1813564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all pits simultaneously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72451" y="208026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0095" y="2042164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Full-screen mode per pit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2451" y="230886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0095" y="2270764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sensor overlay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72451" y="253746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0095" y="2499364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Staff activity tracking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81010" y="1238256"/>
            <a:ext cx="3722370" cy="1569720"/>
          </a:xfrm>
          <a:custGeom>
            <a:avLst/>
            <a:gdLst/>
            <a:ahLst/>
            <a:cxnLst/>
            <a:rect l="l" t="t" r="r" b="b"/>
            <a:pathLst>
              <a:path w="3722370" h="1569720">
                <a:moveTo>
                  <a:pt x="152404" y="0"/>
                </a:moveTo>
                <a:lnTo>
                  <a:pt x="3569966" y="0"/>
                </a:lnTo>
                <a:cubicBezTo>
                  <a:pt x="3654136" y="0"/>
                  <a:pt x="3722370" y="68234"/>
                  <a:pt x="3722370" y="152404"/>
                </a:cubicBezTo>
                <a:lnTo>
                  <a:pt x="3722370" y="1417316"/>
                </a:lnTo>
                <a:cubicBezTo>
                  <a:pt x="3722370" y="1501486"/>
                  <a:pt x="3654136" y="1569720"/>
                  <a:pt x="3569966" y="1569720"/>
                </a:cubicBezTo>
                <a:lnTo>
                  <a:pt x="152404" y="1569720"/>
                </a:lnTo>
                <a:cubicBezTo>
                  <a:pt x="68234" y="1569720"/>
                  <a:pt x="0" y="1501486"/>
                  <a:pt x="0" y="1417316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9120" y="13563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97316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316992" y="1461139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0"/>
                </a:moveTo>
                <a:cubicBezTo>
                  <a:pt x="69082" y="0"/>
                  <a:pt x="64294" y="4789"/>
                  <a:pt x="64294" y="10716"/>
                </a:cubicBezTo>
                <a:lnTo>
                  <a:pt x="64294" y="11787"/>
                </a:lnTo>
                <a:cubicBezTo>
                  <a:pt x="39849" y="16743"/>
                  <a:pt x="21431" y="38375"/>
                  <a:pt x="21431" y="64294"/>
                </a:cubicBezTo>
                <a:lnTo>
                  <a:pt x="21431" y="71560"/>
                </a:lnTo>
                <a:cubicBezTo>
                  <a:pt x="21431" y="87667"/>
                  <a:pt x="15939" y="103305"/>
                  <a:pt x="5894" y="115896"/>
                </a:cubicBezTo>
                <a:lnTo>
                  <a:pt x="2612" y="119982"/>
                </a:lnTo>
                <a:cubicBezTo>
                  <a:pt x="904" y="122091"/>
                  <a:pt x="0" y="124703"/>
                  <a:pt x="0" y="127415"/>
                </a:cubicBezTo>
                <a:cubicBezTo>
                  <a:pt x="0" y="133979"/>
                  <a:pt x="5324" y="139303"/>
                  <a:pt x="11888" y="139303"/>
                </a:cubicBezTo>
                <a:lnTo>
                  <a:pt x="138098" y="139303"/>
                </a:lnTo>
                <a:cubicBezTo>
                  <a:pt x="144661" y="139303"/>
                  <a:pt x="149985" y="133979"/>
                  <a:pt x="149985" y="127415"/>
                </a:cubicBezTo>
                <a:cubicBezTo>
                  <a:pt x="149985" y="124703"/>
                  <a:pt x="149081" y="122091"/>
                  <a:pt x="147373" y="119982"/>
                </a:cubicBezTo>
                <a:lnTo>
                  <a:pt x="144092" y="115896"/>
                </a:lnTo>
                <a:cubicBezTo>
                  <a:pt x="134079" y="103305"/>
                  <a:pt x="128588" y="87667"/>
                  <a:pt x="128588" y="71560"/>
                </a:cubicBezTo>
                <a:lnTo>
                  <a:pt x="128588" y="64294"/>
                </a:lnTo>
                <a:cubicBezTo>
                  <a:pt x="128588" y="38375"/>
                  <a:pt x="110170" y="16743"/>
                  <a:pt x="85725" y="11787"/>
                </a:cubicBezTo>
                <a:lnTo>
                  <a:pt x="85725" y="10716"/>
                </a:lnTo>
                <a:cubicBezTo>
                  <a:pt x="85725" y="4789"/>
                  <a:pt x="80936" y="0"/>
                  <a:pt x="75009" y="0"/>
                </a:cubicBezTo>
                <a:close/>
                <a:moveTo>
                  <a:pt x="54248" y="155377"/>
                </a:moveTo>
                <a:cubicBezTo>
                  <a:pt x="56625" y="164619"/>
                  <a:pt x="65030" y="171450"/>
                  <a:pt x="75009" y="171450"/>
                </a:cubicBezTo>
                <a:cubicBezTo>
                  <a:pt x="84988" y="171450"/>
                  <a:pt x="93393" y="164619"/>
                  <a:pt x="95771" y="155377"/>
                </a:cubicBezTo>
                <a:lnTo>
                  <a:pt x="54248" y="155377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8694420" y="1413514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Smart Alerts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20551" y="185166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8418195" y="1813564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AQI → SMS alert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20551" y="208026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8418195" y="2042164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offline → Dashboard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20551" y="230886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8418195" y="2270764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alerts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20551" y="253746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8418195" y="2499364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Twilio SMS integration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4810" y="2929892"/>
            <a:ext cx="3722370" cy="1569720"/>
          </a:xfrm>
          <a:custGeom>
            <a:avLst/>
            <a:gdLst/>
            <a:ahLst/>
            <a:cxnLst/>
            <a:rect l="l" t="t" r="r" b="b"/>
            <a:pathLst>
              <a:path w="3722370" h="1569720">
                <a:moveTo>
                  <a:pt x="152404" y="0"/>
                </a:moveTo>
                <a:lnTo>
                  <a:pt x="3569966" y="0"/>
                </a:lnTo>
                <a:cubicBezTo>
                  <a:pt x="3654136" y="0"/>
                  <a:pt x="3722370" y="68234"/>
                  <a:pt x="3722370" y="152404"/>
                </a:cubicBezTo>
                <a:lnTo>
                  <a:pt x="3722370" y="1417316"/>
                </a:lnTo>
                <a:cubicBezTo>
                  <a:pt x="3722370" y="1501486"/>
                  <a:pt x="3654136" y="1569720"/>
                  <a:pt x="3569966" y="1569720"/>
                </a:cubicBezTo>
                <a:lnTo>
                  <a:pt x="152404" y="1569720"/>
                </a:lnTo>
                <a:cubicBezTo>
                  <a:pt x="68234" y="1569720"/>
                  <a:pt x="0" y="1501486"/>
                  <a:pt x="0" y="1417316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04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88645" y="31527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4" name="Text 42"/>
          <p:cNvSpPr/>
          <p:nvPr/>
        </p:nvSpPr>
        <p:spPr>
          <a:xfrm>
            <a:off x="998220" y="31051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Multi-User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24351" y="3543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721995" y="3505200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staff/operator accounts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24351" y="37719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721995" y="373380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permissions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24351" y="40005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721995" y="3962400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Activity logs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24351" y="42291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721995" y="41910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Pit access control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232910" y="2929892"/>
            <a:ext cx="3722370" cy="1569720"/>
          </a:xfrm>
          <a:custGeom>
            <a:avLst/>
            <a:gdLst/>
            <a:ahLst/>
            <a:cxnLst/>
            <a:rect l="l" t="t" r="r" b="b"/>
            <a:pathLst>
              <a:path w="3722370" h="1569720">
                <a:moveTo>
                  <a:pt x="152404" y="0"/>
                </a:moveTo>
                <a:lnTo>
                  <a:pt x="3569966" y="0"/>
                </a:lnTo>
                <a:cubicBezTo>
                  <a:pt x="3654136" y="0"/>
                  <a:pt x="3722370" y="68234"/>
                  <a:pt x="3722370" y="152404"/>
                </a:cubicBezTo>
                <a:lnTo>
                  <a:pt x="3722370" y="1417316"/>
                </a:lnTo>
                <a:cubicBezTo>
                  <a:pt x="3722370" y="1501486"/>
                  <a:pt x="3654136" y="1569720"/>
                  <a:pt x="3569966" y="1569720"/>
                </a:cubicBezTo>
                <a:lnTo>
                  <a:pt x="152404" y="1569720"/>
                </a:lnTo>
                <a:cubicBezTo>
                  <a:pt x="68234" y="1569720"/>
                  <a:pt x="0" y="1501486"/>
                  <a:pt x="0" y="1417316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51020" y="304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458176" y="3152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4846320" y="3105150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372451" y="3543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4570095" y="350520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job duration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372451" y="37719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0" name="Text 58"/>
          <p:cNvSpPr/>
          <p:nvPr/>
        </p:nvSpPr>
        <p:spPr>
          <a:xfrm>
            <a:off x="4570095" y="37338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trends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372451" y="40005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2" name="Text 60"/>
          <p:cNvSpPr/>
          <p:nvPr/>
        </p:nvSpPr>
        <p:spPr>
          <a:xfrm>
            <a:off x="4570095" y="39624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usage hours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372451" y="42291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4" name="Text 62"/>
          <p:cNvSpPr/>
          <p:nvPr/>
        </p:nvSpPr>
        <p:spPr>
          <a:xfrm>
            <a:off x="4570095" y="41910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ratings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081010" y="2929892"/>
            <a:ext cx="3722370" cy="1569720"/>
          </a:xfrm>
          <a:custGeom>
            <a:avLst/>
            <a:gdLst/>
            <a:ahLst/>
            <a:cxnLst/>
            <a:rect l="l" t="t" r="r" b="b"/>
            <a:pathLst>
              <a:path w="3722370" h="1569720">
                <a:moveTo>
                  <a:pt x="152404" y="0"/>
                </a:moveTo>
                <a:lnTo>
                  <a:pt x="3569966" y="0"/>
                </a:lnTo>
                <a:cubicBezTo>
                  <a:pt x="3654136" y="0"/>
                  <a:pt x="3722370" y="68234"/>
                  <a:pt x="3722370" y="152404"/>
                </a:cubicBezTo>
                <a:lnTo>
                  <a:pt x="3722370" y="1417316"/>
                </a:lnTo>
                <a:cubicBezTo>
                  <a:pt x="3722370" y="1501486"/>
                  <a:pt x="3654136" y="1569720"/>
                  <a:pt x="3569966" y="1569720"/>
                </a:cubicBezTo>
                <a:lnTo>
                  <a:pt x="152404" y="1569720"/>
                </a:lnTo>
                <a:cubicBezTo>
                  <a:pt x="68234" y="1569720"/>
                  <a:pt x="0" y="1501486"/>
                  <a:pt x="0" y="1417316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99120" y="304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295561" y="31527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48220"/>
                </a:moveTo>
                <a:cubicBezTo>
                  <a:pt x="128588" y="80769"/>
                  <a:pt x="99789" y="107156"/>
                  <a:pt x="64294" y="107156"/>
                </a:cubicBezTo>
                <a:cubicBezTo>
                  <a:pt x="55353" y="107156"/>
                  <a:pt x="46847" y="105482"/>
                  <a:pt x="39112" y="102468"/>
                </a:cubicBezTo>
                <a:lnTo>
                  <a:pt x="11787" y="116934"/>
                </a:lnTo>
                <a:cubicBezTo>
                  <a:pt x="8673" y="118575"/>
                  <a:pt x="4856" y="118006"/>
                  <a:pt x="2344" y="115528"/>
                </a:cubicBezTo>
                <a:cubicBezTo>
                  <a:pt x="-167" y="113050"/>
                  <a:pt x="-737" y="109199"/>
                  <a:pt x="938" y="106085"/>
                </a:cubicBezTo>
                <a:lnTo>
                  <a:pt x="12859" y="83582"/>
                </a:lnTo>
                <a:cubicBezTo>
                  <a:pt x="4789" y="73737"/>
                  <a:pt x="0" y="61481"/>
                  <a:pt x="0" y="48220"/>
                </a:cubicBezTo>
                <a:cubicBezTo>
                  <a:pt x="0" y="15672"/>
                  <a:pt x="28798" y="-10716"/>
                  <a:pt x="64294" y="-10716"/>
                </a:cubicBezTo>
                <a:cubicBezTo>
                  <a:pt x="99789" y="-10716"/>
                  <a:pt x="128588" y="15672"/>
                  <a:pt x="128588" y="48220"/>
                </a:cubicBezTo>
                <a:close/>
                <a:moveTo>
                  <a:pt x="128588" y="171450"/>
                </a:moveTo>
                <a:cubicBezTo>
                  <a:pt x="97077" y="171450"/>
                  <a:pt x="70857" y="150655"/>
                  <a:pt x="65365" y="123230"/>
                </a:cubicBezTo>
                <a:cubicBezTo>
                  <a:pt x="105549" y="122727"/>
                  <a:pt x="140475" y="94130"/>
                  <a:pt x="144326" y="55353"/>
                </a:cubicBezTo>
                <a:cubicBezTo>
                  <a:pt x="172220" y="61782"/>
                  <a:pt x="192881" y="84921"/>
                  <a:pt x="192881" y="112514"/>
                </a:cubicBezTo>
                <a:cubicBezTo>
                  <a:pt x="192881" y="125775"/>
                  <a:pt x="188093" y="138031"/>
                  <a:pt x="180023" y="147876"/>
                </a:cubicBezTo>
                <a:lnTo>
                  <a:pt x="191944" y="170378"/>
                </a:lnTo>
                <a:cubicBezTo>
                  <a:pt x="193584" y="173493"/>
                  <a:pt x="193015" y="177310"/>
                  <a:pt x="190537" y="179822"/>
                </a:cubicBezTo>
                <a:cubicBezTo>
                  <a:pt x="188059" y="182333"/>
                  <a:pt x="184208" y="182902"/>
                  <a:pt x="181094" y="181228"/>
                </a:cubicBezTo>
                <a:lnTo>
                  <a:pt x="153769" y="166762"/>
                </a:lnTo>
                <a:cubicBezTo>
                  <a:pt x="146034" y="169776"/>
                  <a:pt x="137528" y="171450"/>
                  <a:pt x="128588" y="1714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8" name="Text 66"/>
          <p:cNvSpPr/>
          <p:nvPr/>
        </p:nvSpPr>
        <p:spPr>
          <a:xfrm>
            <a:off x="8694420" y="310515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0551" y="3543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0" name="Text 68"/>
          <p:cNvSpPr/>
          <p:nvPr/>
        </p:nvSpPr>
        <p:spPr>
          <a:xfrm>
            <a:off x="8418195" y="350520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Auto-generate credentials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220551" y="37719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2" name="Text 70"/>
          <p:cNvSpPr/>
          <p:nvPr/>
        </p:nvSpPr>
        <p:spPr>
          <a:xfrm>
            <a:off x="8418195" y="373380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notifications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220551" y="40005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4" name="Text 72"/>
          <p:cNvSpPr/>
          <p:nvPr/>
        </p:nvSpPr>
        <p:spPr>
          <a:xfrm>
            <a:off x="8418195" y="396240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Post-job feedback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20551" y="42291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6" name="Text 74"/>
          <p:cNvSpPr/>
          <p:nvPr/>
        </p:nvSpPr>
        <p:spPr>
          <a:xfrm>
            <a:off x="8418195" y="41910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 integration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384810" y="4583428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114299" y="0"/>
                </a:moveTo>
                <a:lnTo>
                  <a:pt x="11304271" y="0"/>
                </a:lnTo>
                <a:cubicBezTo>
                  <a:pt x="11367396" y="0"/>
                  <a:pt x="11418570" y="51174"/>
                  <a:pt x="11418570" y="114299"/>
                </a:cubicBezTo>
                <a:lnTo>
                  <a:pt x="11418570" y="350521"/>
                </a:lnTo>
                <a:cubicBezTo>
                  <a:pt x="11418570" y="413646"/>
                  <a:pt x="11367396" y="464820"/>
                  <a:pt x="113042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50000">
                <a:srgbClr val="06B6D4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977759" y="470154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9" name="Text 77"/>
          <p:cNvSpPr/>
          <p:nvPr/>
        </p:nvSpPr>
        <p:spPr>
          <a:xfrm>
            <a:off x="4363522" y="4701546"/>
            <a:ext cx="394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workshop management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a single dashboard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1693545" cy="312420"/>
          </a:xfrm>
          <a:custGeom>
            <a:avLst/>
            <a:gdLst/>
            <a:ahLst/>
            <a:cxnLst/>
            <a:rect l="l" t="t" r="r" b="b"/>
            <a:pathLst>
              <a:path w="1693545" h="312420">
                <a:moveTo>
                  <a:pt x="156210" y="0"/>
                </a:moveTo>
                <a:lnTo>
                  <a:pt x="1537335" y="0"/>
                </a:lnTo>
                <a:cubicBezTo>
                  <a:pt x="1623550" y="0"/>
                  <a:pt x="1693545" y="69995"/>
                  <a:pt x="1693545" y="156210"/>
                </a:cubicBezTo>
                <a:lnTo>
                  <a:pt x="1693545" y="156210"/>
                </a:lnTo>
                <a:cubicBezTo>
                  <a:pt x="1693545" y="242425"/>
                  <a:pt x="1623550" y="312420"/>
                  <a:pt x="1537335" y="312420"/>
                </a:cubicBezTo>
                <a:lnTo>
                  <a:pt x="156210" y="312420"/>
                </a:lnTo>
                <a:cubicBezTo>
                  <a:pt x="69938" y="312420"/>
                  <a:pt x="0" y="242482"/>
                  <a:pt x="0" y="156210"/>
                </a:cubicBezTo>
                <a:lnTo>
                  <a:pt x="0" y="156210"/>
                </a:lnTo>
                <a:cubicBezTo>
                  <a:pt x="0" y="69938"/>
                  <a:pt x="69938" y="0"/>
                  <a:pt x="15621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020" y="472446"/>
            <a:ext cx="14494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BENEFITS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7246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Peace of Mind Experience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38256"/>
            <a:ext cx="3884295" cy="1074420"/>
          </a:xfrm>
          <a:custGeom>
            <a:avLst/>
            <a:gdLst/>
            <a:ahLst/>
            <a:cxnLst/>
            <a:rect l="l" t="t" r="r" b="b"/>
            <a:pathLst>
              <a:path w="3884295" h="1074420">
                <a:moveTo>
                  <a:pt x="152396" y="0"/>
                </a:moveTo>
                <a:lnTo>
                  <a:pt x="3731899" y="0"/>
                </a:lnTo>
                <a:cubicBezTo>
                  <a:pt x="3816065" y="0"/>
                  <a:pt x="3884295" y="68230"/>
                  <a:pt x="3884295" y="152396"/>
                </a:cubicBezTo>
                <a:lnTo>
                  <a:pt x="3884295" y="922024"/>
                </a:lnTo>
                <a:cubicBezTo>
                  <a:pt x="3884295" y="1006190"/>
                  <a:pt x="3816065" y="1074420"/>
                  <a:pt x="3731899" y="1074420"/>
                </a:cubicBezTo>
                <a:lnTo>
                  <a:pt x="152396" y="1074420"/>
                </a:lnTo>
                <a:cubicBezTo>
                  <a:pt x="68230" y="1074420"/>
                  <a:pt x="0" y="1006190"/>
                  <a:pt x="0" y="92202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563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9361" y="1461139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10716"/>
                </a:moveTo>
                <a:cubicBezTo>
                  <a:pt x="69384" y="10716"/>
                  <a:pt x="47718" y="23039"/>
                  <a:pt x="31946" y="37706"/>
                </a:cubicBezTo>
                <a:cubicBezTo>
                  <a:pt x="16274" y="52272"/>
                  <a:pt x="5793" y="69652"/>
                  <a:pt x="804" y="81606"/>
                </a:cubicBezTo>
                <a:cubicBezTo>
                  <a:pt x="-301" y="84252"/>
                  <a:pt x="-301" y="87198"/>
                  <a:pt x="804" y="89844"/>
                </a:cubicBezTo>
                <a:cubicBezTo>
                  <a:pt x="5793" y="101798"/>
                  <a:pt x="16274" y="119211"/>
                  <a:pt x="31946" y="133744"/>
                </a:cubicBezTo>
                <a:cubicBezTo>
                  <a:pt x="47718" y="148378"/>
                  <a:pt x="69384" y="160734"/>
                  <a:pt x="96441" y="160734"/>
                </a:cubicBezTo>
                <a:cubicBezTo>
                  <a:pt x="123498" y="160734"/>
                  <a:pt x="145163" y="148411"/>
                  <a:pt x="160935" y="133744"/>
                </a:cubicBezTo>
                <a:cubicBezTo>
                  <a:pt x="176607" y="119178"/>
                  <a:pt x="187088" y="101798"/>
                  <a:pt x="192078" y="89844"/>
                </a:cubicBezTo>
                <a:cubicBezTo>
                  <a:pt x="193183" y="87198"/>
                  <a:pt x="193183" y="84252"/>
                  <a:pt x="192078" y="81606"/>
                </a:cubicBezTo>
                <a:cubicBezTo>
                  <a:pt x="187088" y="69652"/>
                  <a:pt x="176607" y="52239"/>
                  <a:pt x="160935" y="37706"/>
                </a:cubicBezTo>
                <a:cubicBezTo>
                  <a:pt x="145163" y="23072"/>
                  <a:pt x="123498" y="10716"/>
                  <a:pt x="96441" y="10716"/>
                </a:cubicBezTo>
                <a:close/>
                <a:moveTo>
                  <a:pt x="48220" y="85725"/>
                </a:moveTo>
                <a:cubicBezTo>
                  <a:pt x="48220" y="59111"/>
                  <a:pt x="69827" y="37505"/>
                  <a:pt x="96441" y="37505"/>
                </a:cubicBezTo>
                <a:cubicBezTo>
                  <a:pt x="123054" y="37505"/>
                  <a:pt x="144661" y="59111"/>
                  <a:pt x="144661" y="85725"/>
                </a:cubicBezTo>
                <a:cubicBezTo>
                  <a:pt x="144661" y="112339"/>
                  <a:pt x="123054" y="133945"/>
                  <a:pt x="96441" y="133945"/>
                </a:cubicBezTo>
                <a:cubicBezTo>
                  <a:pt x="69827" y="133945"/>
                  <a:pt x="48220" y="112339"/>
                  <a:pt x="48220" y="85725"/>
                </a:cubicBezTo>
                <a:close/>
                <a:moveTo>
                  <a:pt x="96441" y="64294"/>
                </a:moveTo>
                <a:cubicBezTo>
                  <a:pt x="96441" y="76114"/>
                  <a:pt x="86830" y="85725"/>
                  <a:pt x="75009" y="85725"/>
                </a:cubicBezTo>
                <a:cubicBezTo>
                  <a:pt x="71158" y="85725"/>
                  <a:pt x="67542" y="84720"/>
                  <a:pt x="64394" y="82912"/>
                </a:cubicBezTo>
                <a:cubicBezTo>
                  <a:pt x="64059" y="86562"/>
                  <a:pt x="64361" y="90313"/>
                  <a:pt x="65365" y="94030"/>
                </a:cubicBezTo>
                <a:cubicBezTo>
                  <a:pt x="69953" y="111175"/>
                  <a:pt x="87600" y="121354"/>
                  <a:pt x="104745" y="116767"/>
                </a:cubicBezTo>
                <a:cubicBezTo>
                  <a:pt x="121890" y="112179"/>
                  <a:pt x="132070" y="94532"/>
                  <a:pt x="127482" y="77387"/>
                </a:cubicBezTo>
                <a:cubicBezTo>
                  <a:pt x="123397" y="62084"/>
                  <a:pt x="108898" y="52339"/>
                  <a:pt x="93628" y="53679"/>
                </a:cubicBezTo>
                <a:cubicBezTo>
                  <a:pt x="95403" y="56793"/>
                  <a:pt x="96441" y="60409"/>
                  <a:pt x="96441" y="6429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98220" y="1413514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970" y="181356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45808" y="1775464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 your car anytime during modification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1970" y="204216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45808" y="2004064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more wondering "what's happening?"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810" y="2396492"/>
            <a:ext cx="3884295" cy="1074420"/>
          </a:xfrm>
          <a:custGeom>
            <a:avLst/>
            <a:gdLst/>
            <a:ahLst/>
            <a:cxnLst/>
            <a:rect l="l" t="t" r="r" b="b"/>
            <a:pathLst>
              <a:path w="3884295" h="1074420">
                <a:moveTo>
                  <a:pt x="152396" y="0"/>
                </a:moveTo>
                <a:lnTo>
                  <a:pt x="3731899" y="0"/>
                </a:lnTo>
                <a:cubicBezTo>
                  <a:pt x="3816065" y="0"/>
                  <a:pt x="3884295" y="68230"/>
                  <a:pt x="3884295" y="152396"/>
                </a:cubicBezTo>
                <a:lnTo>
                  <a:pt x="3884295" y="922024"/>
                </a:lnTo>
                <a:cubicBezTo>
                  <a:pt x="3884295" y="1006190"/>
                  <a:pt x="3816065" y="1074420"/>
                  <a:pt x="3731899" y="1074420"/>
                </a:cubicBezTo>
                <a:lnTo>
                  <a:pt x="152396" y="1074420"/>
                </a:lnTo>
                <a:cubicBezTo>
                  <a:pt x="68230" y="1074420"/>
                  <a:pt x="0" y="1006190"/>
                  <a:pt x="0" y="92202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514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10076" y="26193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386" y="107792"/>
                </a:moveTo>
                <a:cubicBezTo>
                  <a:pt x="62218" y="117169"/>
                  <a:pt x="73268" y="123230"/>
                  <a:pt x="85725" y="123230"/>
                </a:cubicBezTo>
                <a:cubicBezTo>
                  <a:pt x="98182" y="123230"/>
                  <a:pt x="109232" y="117169"/>
                  <a:pt x="116064" y="107792"/>
                </a:cubicBezTo>
                <a:cubicBezTo>
                  <a:pt x="118676" y="104209"/>
                  <a:pt x="123698" y="103406"/>
                  <a:pt x="127282" y="106018"/>
                </a:cubicBezTo>
                <a:cubicBezTo>
                  <a:pt x="130865" y="108630"/>
                  <a:pt x="131668" y="113653"/>
                  <a:pt x="129056" y="117236"/>
                </a:cubicBezTo>
                <a:cubicBezTo>
                  <a:pt x="119312" y="130597"/>
                  <a:pt x="103540" y="139303"/>
                  <a:pt x="85725" y="139303"/>
                </a:cubicBezTo>
                <a:cubicBezTo>
                  <a:pt x="67910" y="139303"/>
                  <a:pt x="52138" y="130597"/>
                  <a:pt x="42394" y="117236"/>
                </a:cubicBezTo>
                <a:cubicBezTo>
                  <a:pt x="39782" y="113653"/>
                  <a:pt x="40585" y="108630"/>
                  <a:pt x="44168" y="106018"/>
                </a:cubicBezTo>
                <a:cubicBezTo>
                  <a:pt x="47752" y="103406"/>
                  <a:pt x="52774" y="104209"/>
                  <a:pt x="55386" y="107792"/>
                </a:cubicBezTo>
                <a:close/>
                <a:moveTo>
                  <a:pt x="48220" y="69652"/>
                </a:moveTo>
                <a:cubicBezTo>
                  <a:pt x="48220" y="63737"/>
                  <a:pt x="53022" y="58936"/>
                  <a:pt x="58936" y="58936"/>
                </a:cubicBezTo>
                <a:cubicBezTo>
                  <a:pt x="64850" y="58936"/>
                  <a:pt x="69652" y="63737"/>
                  <a:pt x="69652" y="69652"/>
                </a:cubicBezTo>
                <a:cubicBezTo>
                  <a:pt x="69652" y="75566"/>
                  <a:pt x="64850" y="80367"/>
                  <a:pt x="58936" y="80367"/>
                </a:cubicBezTo>
                <a:cubicBezTo>
                  <a:pt x="53022" y="80367"/>
                  <a:pt x="48220" y="75566"/>
                  <a:pt x="48220" y="69652"/>
                </a:cubicBezTo>
                <a:close/>
                <a:moveTo>
                  <a:pt x="112514" y="58936"/>
                </a:moveTo>
                <a:cubicBezTo>
                  <a:pt x="118428" y="58936"/>
                  <a:pt x="123230" y="63737"/>
                  <a:pt x="123230" y="69652"/>
                </a:cubicBezTo>
                <a:cubicBezTo>
                  <a:pt x="123230" y="75566"/>
                  <a:pt x="118428" y="80367"/>
                  <a:pt x="112514" y="80367"/>
                </a:cubicBezTo>
                <a:cubicBezTo>
                  <a:pt x="106600" y="80367"/>
                  <a:pt x="101798" y="75566"/>
                  <a:pt x="101798" y="69652"/>
                </a:cubicBezTo>
                <a:cubicBezTo>
                  <a:pt x="101798" y="63737"/>
                  <a:pt x="106600" y="58936"/>
                  <a:pt x="112514" y="58936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998220" y="2571750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Peace of Mind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1970" y="2971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45808" y="2933700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environmental monitoring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1970" y="3200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45808" y="3162300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conditions verified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810" y="3554728"/>
            <a:ext cx="3884295" cy="1074420"/>
          </a:xfrm>
          <a:custGeom>
            <a:avLst/>
            <a:gdLst/>
            <a:ahLst/>
            <a:cxnLst/>
            <a:rect l="l" t="t" r="r" b="b"/>
            <a:pathLst>
              <a:path w="3884295" h="1074420">
                <a:moveTo>
                  <a:pt x="152396" y="0"/>
                </a:moveTo>
                <a:lnTo>
                  <a:pt x="3731899" y="0"/>
                </a:lnTo>
                <a:cubicBezTo>
                  <a:pt x="3816065" y="0"/>
                  <a:pt x="3884295" y="68230"/>
                  <a:pt x="3884295" y="152396"/>
                </a:cubicBezTo>
                <a:lnTo>
                  <a:pt x="3884295" y="922024"/>
                </a:lnTo>
                <a:cubicBezTo>
                  <a:pt x="3884295" y="1006190"/>
                  <a:pt x="3816065" y="1074420"/>
                  <a:pt x="3731899" y="1074420"/>
                </a:cubicBezTo>
                <a:lnTo>
                  <a:pt x="152396" y="1074420"/>
                </a:lnTo>
                <a:cubicBezTo>
                  <a:pt x="68230" y="1074420"/>
                  <a:pt x="0" y="1006190"/>
                  <a:pt x="0" y="92202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F97316">
                  <a:alpha val="20000"/>
                </a:srgbClr>
              </a:gs>
              <a:gs pos="100000">
                <a:srgbClr val="F97316">
                  <a:alpha val="5000"/>
                </a:srgbClr>
              </a:gs>
            </a:gsLst>
            <a:lin ang="2700000" scaled="1"/>
          </a:gradFill>
          <a:ln w="10160">
            <a:solidFill>
              <a:srgbClr val="F97316">
                <a:alpha val="5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67284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97316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0076" y="377762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998220" y="3729996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Time Savings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1970" y="413004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45808" y="4091946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countdown timer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1970" y="435864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45808" y="4320546"/>
            <a:ext cx="1914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Arrive exactly when car is ready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10100" y="2736893"/>
            <a:ext cx="2971800" cy="2143125"/>
          </a:xfrm>
          <a:custGeom>
            <a:avLst/>
            <a:gdLst/>
            <a:ahLst/>
            <a:cxnLst/>
            <a:rect l="l" t="t" r="r" b="b"/>
            <a:pathLst>
              <a:path w="2971800" h="2143125">
                <a:moveTo>
                  <a:pt x="228607" y="0"/>
                </a:moveTo>
                <a:lnTo>
                  <a:pt x="2743193" y="0"/>
                </a:lnTo>
                <a:cubicBezTo>
                  <a:pt x="2869365" y="0"/>
                  <a:pt x="2971800" y="102435"/>
                  <a:pt x="2971800" y="228607"/>
                </a:cubicBezTo>
                <a:lnTo>
                  <a:pt x="2971800" y="1914518"/>
                </a:lnTo>
                <a:cubicBezTo>
                  <a:pt x="2971800" y="2040690"/>
                  <a:pt x="2869365" y="2143125"/>
                  <a:pt x="2743193" y="2143125"/>
                </a:cubicBezTo>
                <a:lnTo>
                  <a:pt x="228607" y="2143125"/>
                </a:lnTo>
                <a:cubicBezTo>
                  <a:pt x="102435" y="2143125"/>
                  <a:pt x="0" y="2040690"/>
                  <a:pt x="0" y="1914518"/>
                </a:cubicBezTo>
                <a:lnTo>
                  <a:pt x="0" y="228607"/>
                </a:lnTo>
                <a:cubicBezTo>
                  <a:pt x="0" y="102435"/>
                  <a:pt x="102435" y="0"/>
                  <a:pt x="228607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50000">
                <a:srgbClr val="06B6D4">
                  <a:alpha val="30000"/>
                </a:srgbClr>
              </a:gs>
              <a:gs pos="100000">
                <a:srgbClr val="10B981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4766310" y="2893103"/>
            <a:ext cx="2655570" cy="1826895"/>
          </a:xfrm>
          <a:custGeom>
            <a:avLst/>
            <a:gdLst/>
            <a:ahLst/>
            <a:cxnLst/>
            <a:rect l="l" t="t" r="r" b="b"/>
            <a:pathLst>
              <a:path w="2655570" h="1826895">
                <a:moveTo>
                  <a:pt x="152400" y="0"/>
                </a:moveTo>
                <a:lnTo>
                  <a:pt x="2503170" y="0"/>
                </a:lnTo>
                <a:cubicBezTo>
                  <a:pt x="2587282" y="0"/>
                  <a:pt x="2655570" y="68288"/>
                  <a:pt x="2655570" y="152400"/>
                </a:cubicBezTo>
                <a:lnTo>
                  <a:pt x="2655570" y="1674495"/>
                </a:lnTo>
                <a:cubicBezTo>
                  <a:pt x="2655570" y="1758607"/>
                  <a:pt x="2587282" y="1826895"/>
                  <a:pt x="2503170" y="1826895"/>
                </a:cubicBezTo>
                <a:lnTo>
                  <a:pt x="152400" y="1826895"/>
                </a:lnTo>
                <a:cubicBezTo>
                  <a:pt x="68288" y="1826895"/>
                  <a:pt x="0" y="1758607"/>
                  <a:pt x="0" y="1674495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pic>
        <p:nvPicPr>
          <p:cNvPr id="31" name="Image 0" descr="https://kimi-web-img.moonshot.cn/img/encappture.com/17568d8549ae419057404c7bfbe74d0bf0f15ba8.jpg">    </p:cNvPr>
          <p:cNvPicPr>
            <a:picLocks noChangeAspect="1"/>
          </p:cNvPicPr>
          <p:nvPr/>
        </p:nvPicPr>
        <p:blipFill>
          <a:blip r:embed="rId1"/>
          <a:srcRect l="95" r="95" t="0" b="0"/>
          <a:stretch/>
        </p:blipFill>
        <p:spPr>
          <a:xfrm>
            <a:off x="4846320" y="2973112"/>
            <a:ext cx="2495550" cy="1666875"/>
          </a:xfrm>
          <a:prstGeom prst="roundRect">
            <a:avLst>
              <a:gd name="adj" fmla="val 6857"/>
            </a:avLst>
          </a:prstGeom>
        </p:spPr>
      </p:pic>
      <p:sp>
        <p:nvSpPr>
          <p:cNvPr id="32" name="Shape 29"/>
          <p:cNvSpPr/>
          <p:nvPr/>
        </p:nvSpPr>
        <p:spPr>
          <a:xfrm>
            <a:off x="7920990" y="1238256"/>
            <a:ext cx="3884295" cy="1074420"/>
          </a:xfrm>
          <a:custGeom>
            <a:avLst/>
            <a:gdLst/>
            <a:ahLst/>
            <a:cxnLst/>
            <a:rect l="l" t="t" r="r" b="b"/>
            <a:pathLst>
              <a:path w="3884295" h="1074420">
                <a:moveTo>
                  <a:pt x="152396" y="0"/>
                </a:moveTo>
                <a:lnTo>
                  <a:pt x="3731899" y="0"/>
                </a:lnTo>
                <a:cubicBezTo>
                  <a:pt x="3816065" y="0"/>
                  <a:pt x="3884295" y="68230"/>
                  <a:pt x="3884295" y="152396"/>
                </a:cubicBezTo>
                <a:lnTo>
                  <a:pt x="3884295" y="922024"/>
                </a:lnTo>
                <a:cubicBezTo>
                  <a:pt x="3884295" y="1006190"/>
                  <a:pt x="3816065" y="1074420"/>
                  <a:pt x="3731899" y="1074420"/>
                </a:cubicBezTo>
                <a:lnTo>
                  <a:pt x="152396" y="1074420"/>
                </a:lnTo>
                <a:cubicBezTo>
                  <a:pt x="68230" y="1074420"/>
                  <a:pt x="0" y="1006190"/>
                  <a:pt x="0" y="92202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39100" y="13563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8135541" y="1461139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0045" y="28530"/>
                </a:moveTo>
                <a:lnTo>
                  <a:pt x="51000" y="71929"/>
                </a:lnTo>
                <a:cubicBezTo>
                  <a:pt x="49459" y="73636"/>
                  <a:pt x="49526" y="76282"/>
                  <a:pt x="51167" y="77923"/>
                </a:cubicBezTo>
                <a:cubicBezTo>
                  <a:pt x="61380" y="88136"/>
                  <a:pt x="77956" y="88136"/>
                  <a:pt x="88170" y="77923"/>
                </a:cubicBezTo>
                <a:lnTo>
                  <a:pt x="98818" y="67274"/>
                </a:lnTo>
                <a:cubicBezTo>
                  <a:pt x="100225" y="65868"/>
                  <a:pt x="101999" y="65097"/>
                  <a:pt x="103808" y="64963"/>
                </a:cubicBezTo>
                <a:cubicBezTo>
                  <a:pt x="106085" y="64763"/>
                  <a:pt x="108429" y="65533"/>
                  <a:pt x="110170" y="67274"/>
                </a:cubicBezTo>
                <a:lnTo>
                  <a:pt x="169307" y="125909"/>
                </a:lnTo>
                <a:lnTo>
                  <a:pt x="192881" y="107156"/>
                </a:lnTo>
                <a:lnTo>
                  <a:pt x="192881" y="10716"/>
                </a:lnTo>
                <a:lnTo>
                  <a:pt x="155377" y="32147"/>
                </a:lnTo>
                <a:lnTo>
                  <a:pt x="147407" y="26823"/>
                </a:lnTo>
                <a:cubicBezTo>
                  <a:pt x="142116" y="23306"/>
                  <a:pt x="135921" y="21431"/>
                  <a:pt x="129559" y="21431"/>
                </a:cubicBezTo>
                <a:lnTo>
                  <a:pt x="105984" y="21431"/>
                </a:lnTo>
                <a:cubicBezTo>
                  <a:pt x="105616" y="21431"/>
                  <a:pt x="105214" y="21431"/>
                  <a:pt x="104846" y="21465"/>
                </a:cubicBezTo>
                <a:cubicBezTo>
                  <a:pt x="99187" y="21766"/>
                  <a:pt x="93862" y="24311"/>
                  <a:pt x="90045" y="28530"/>
                </a:cubicBezTo>
                <a:close/>
                <a:moveTo>
                  <a:pt x="39045" y="61180"/>
                </a:moveTo>
                <a:lnTo>
                  <a:pt x="74808" y="21431"/>
                </a:lnTo>
                <a:lnTo>
                  <a:pt x="61548" y="21431"/>
                </a:lnTo>
                <a:cubicBezTo>
                  <a:pt x="53009" y="21431"/>
                  <a:pt x="44838" y="24813"/>
                  <a:pt x="38811" y="30841"/>
                </a:cubicBezTo>
                <a:lnTo>
                  <a:pt x="37505" y="32147"/>
                </a:lnTo>
                <a:lnTo>
                  <a:pt x="0" y="10716"/>
                </a:lnTo>
                <a:lnTo>
                  <a:pt x="0" y="107156"/>
                </a:lnTo>
                <a:lnTo>
                  <a:pt x="52373" y="150789"/>
                </a:lnTo>
                <a:cubicBezTo>
                  <a:pt x="60074" y="157218"/>
                  <a:pt x="69786" y="160734"/>
                  <a:pt x="79798" y="160734"/>
                </a:cubicBezTo>
                <a:lnTo>
                  <a:pt x="85055" y="160734"/>
                </a:lnTo>
                <a:lnTo>
                  <a:pt x="82711" y="158390"/>
                </a:lnTo>
                <a:cubicBezTo>
                  <a:pt x="79564" y="155243"/>
                  <a:pt x="79564" y="150153"/>
                  <a:pt x="82711" y="147038"/>
                </a:cubicBezTo>
                <a:cubicBezTo>
                  <a:pt x="85859" y="143924"/>
                  <a:pt x="90949" y="143891"/>
                  <a:pt x="94063" y="147038"/>
                </a:cubicBezTo>
                <a:lnTo>
                  <a:pt x="107792" y="160768"/>
                </a:lnTo>
                <a:lnTo>
                  <a:pt x="110806" y="160768"/>
                </a:lnTo>
                <a:cubicBezTo>
                  <a:pt x="117202" y="160768"/>
                  <a:pt x="123464" y="159328"/>
                  <a:pt x="129157" y="156649"/>
                </a:cubicBezTo>
                <a:lnTo>
                  <a:pt x="120216" y="147675"/>
                </a:lnTo>
                <a:cubicBezTo>
                  <a:pt x="117068" y="144527"/>
                  <a:pt x="117068" y="139437"/>
                  <a:pt x="120216" y="136323"/>
                </a:cubicBezTo>
                <a:cubicBezTo>
                  <a:pt x="123364" y="133209"/>
                  <a:pt x="128454" y="133175"/>
                  <a:pt x="131568" y="136323"/>
                </a:cubicBezTo>
                <a:lnTo>
                  <a:pt x="142283" y="147038"/>
                </a:lnTo>
                <a:lnTo>
                  <a:pt x="148144" y="141178"/>
                </a:lnTo>
                <a:cubicBezTo>
                  <a:pt x="151124" y="138198"/>
                  <a:pt x="151994" y="133878"/>
                  <a:pt x="150688" y="130094"/>
                </a:cubicBezTo>
                <a:lnTo>
                  <a:pt x="104511" y="84285"/>
                </a:lnTo>
                <a:lnTo>
                  <a:pt x="99521" y="89275"/>
                </a:lnTo>
                <a:cubicBezTo>
                  <a:pt x="83013" y="105783"/>
                  <a:pt x="56291" y="105783"/>
                  <a:pt x="39782" y="89275"/>
                </a:cubicBezTo>
                <a:cubicBezTo>
                  <a:pt x="32080" y="81573"/>
                  <a:pt x="31779" y="69216"/>
                  <a:pt x="39045" y="6114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5" name="Text 32"/>
          <p:cNvSpPr/>
          <p:nvPr/>
        </p:nvSpPr>
        <p:spPr>
          <a:xfrm>
            <a:off x="8534400" y="1413514"/>
            <a:ext cx="117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Trust Building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058150" y="181356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7" name="Text 34"/>
          <p:cNvSpPr/>
          <p:nvPr/>
        </p:nvSpPr>
        <p:spPr>
          <a:xfrm>
            <a:off x="8281987" y="1775464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proof of work in progress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058150" y="204216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6"/>
          <p:cNvSpPr/>
          <p:nvPr/>
        </p:nvSpPr>
        <p:spPr>
          <a:xfrm>
            <a:off x="8281987" y="2004064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Demonstrates workshop professionalism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920990" y="2396492"/>
            <a:ext cx="3884295" cy="1074420"/>
          </a:xfrm>
          <a:custGeom>
            <a:avLst/>
            <a:gdLst/>
            <a:ahLst/>
            <a:cxnLst/>
            <a:rect l="l" t="t" r="r" b="b"/>
            <a:pathLst>
              <a:path w="3884295" h="1074420">
                <a:moveTo>
                  <a:pt x="152396" y="0"/>
                </a:moveTo>
                <a:lnTo>
                  <a:pt x="3731899" y="0"/>
                </a:lnTo>
                <a:cubicBezTo>
                  <a:pt x="3816065" y="0"/>
                  <a:pt x="3884295" y="68230"/>
                  <a:pt x="3884295" y="152396"/>
                </a:cubicBezTo>
                <a:lnTo>
                  <a:pt x="3884295" y="922024"/>
                </a:lnTo>
                <a:cubicBezTo>
                  <a:pt x="3884295" y="1006190"/>
                  <a:pt x="3816065" y="1074420"/>
                  <a:pt x="3731899" y="1074420"/>
                </a:cubicBezTo>
                <a:lnTo>
                  <a:pt x="152396" y="1074420"/>
                </a:lnTo>
                <a:cubicBezTo>
                  <a:pt x="68230" y="1074420"/>
                  <a:pt x="0" y="1006190"/>
                  <a:pt x="0" y="92202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50196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039100" y="2514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8167687" y="26193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358" y="21431"/>
                </a:moveTo>
                <a:cubicBezTo>
                  <a:pt x="5358" y="9611"/>
                  <a:pt x="14968" y="0"/>
                  <a:pt x="26789" y="0"/>
                </a:cubicBezTo>
                <a:lnTo>
                  <a:pt x="101798" y="0"/>
                </a:lnTo>
                <a:cubicBezTo>
                  <a:pt x="113619" y="0"/>
                  <a:pt x="123230" y="9611"/>
                  <a:pt x="123230" y="21431"/>
                </a:cubicBezTo>
                <a:lnTo>
                  <a:pt x="123230" y="150019"/>
                </a:lnTo>
                <a:cubicBezTo>
                  <a:pt x="123230" y="161839"/>
                  <a:pt x="113619" y="171450"/>
                  <a:pt x="101798" y="171450"/>
                </a:cubicBezTo>
                <a:lnTo>
                  <a:pt x="26789" y="171450"/>
                </a:lnTo>
                <a:cubicBezTo>
                  <a:pt x="14968" y="171450"/>
                  <a:pt x="5358" y="161839"/>
                  <a:pt x="5358" y="150019"/>
                </a:cubicBezTo>
                <a:lnTo>
                  <a:pt x="5358" y="21431"/>
                </a:lnTo>
                <a:close/>
                <a:moveTo>
                  <a:pt x="26789" y="21431"/>
                </a:moveTo>
                <a:lnTo>
                  <a:pt x="26789" y="123230"/>
                </a:lnTo>
                <a:lnTo>
                  <a:pt x="101798" y="123230"/>
                </a:lnTo>
                <a:lnTo>
                  <a:pt x="101798" y="21431"/>
                </a:lnTo>
                <a:lnTo>
                  <a:pt x="26789" y="21431"/>
                </a:lnTo>
                <a:close/>
                <a:moveTo>
                  <a:pt x="64294" y="158055"/>
                </a:moveTo>
                <a:cubicBezTo>
                  <a:pt x="70221" y="158055"/>
                  <a:pt x="75009" y="153267"/>
                  <a:pt x="75009" y="147340"/>
                </a:cubicBezTo>
                <a:cubicBezTo>
                  <a:pt x="75009" y="141413"/>
                  <a:pt x="70221" y="136624"/>
                  <a:pt x="64294" y="136624"/>
                </a:cubicBezTo>
                <a:cubicBezTo>
                  <a:pt x="58367" y="136624"/>
                  <a:pt x="53578" y="141413"/>
                  <a:pt x="53578" y="147340"/>
                </a:cubicBezTo>
                <a:cubicBezTo>
                  <a:pt x="53578" y="153267"/>
                  <a:pt x="58367" y="158055"/>
                  <a:pt x="64294" y="15805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3" name="Text 40"/>
          <p:cNvSpPr/>
          <p:nvPr/>
        </p:nvSpPr>
        <p:spPr>
          <a:xfrm>
            <a:off x="8534400" y="25717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Convenience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8058150" y="2971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5" name="Text 42"/>
          <p:cNvSpPr/>
          <p:nvPr/>
        </p:nvSpPr>
        <p:spPr>
          <a:xfrm>
            <a:off x="8281987" y="2933700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from anywhere (home, office, on go)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058150" y="3200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7" name="Text 44"/>
          <p:cNvSpPr/>
          <p:nvPr/>
        </p:nvSpPr>
        <p:spPr>
          <a:xfrm>
            <a:off x="8281987" y="31623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login via WhatsApp/SMS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924800" y="3558538"/>
            <a:ext cx="3882390" cy="1005840"/>
          </a:xfrm>
          <a:custGeom>
            <a:avLst/>
            <a:gdLst/>
            <a:ahLst/>
            <a:cxnLst/>
            <a:rect l="l" t="t" r="r" b="b"/>
            <a:pathLst>
              <a:path w="3882390" h="1005840">
                <a:moveTo>
                  <a:pt x="152405" y="0"/>
                </a:moveTo>
                <a:lnTo>
                  <a:pt x="3729985" y="0"/>
                </a:lnTo>
                <a:cubicBezTo>
                  <a:pt x="3814156" y="0"/>
                  <a:pt x="3882390" y="68234"/>
                  <a:pt x="3882390" y="152405"/>
                </a:cubicBezTo>
                <a:lnTo>
                  <a:pt x="3882390" y="853435"/>
                </a:lnTo>
                <a:cubicBezTo>
                  <a:pt x="3882390" y="937606"/>
                  <a:pt x="3814156" y="1005840"/>
                  <a:pt x="3729985" y="1005840"/>
                </a:cubicBezTo>
                <a:lnTo>
                  <a:pt x="152405" y="1005840"/>
                </a:lnTo>
                <a:cubicBezTo>
                  <a:pt x="68234" y="1005840"/>
                  <a:pt x="0" y="937606"/>
                  <a:pt x="0" y="85343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50000">
                <a:srgbClr val="06B6D4">
                  <a:alpha val="30000"/>
                </a:srgbClr>
              </a:gs>
              <a:gs pos="100000">
                <a:srgbClr val="10B981">
                  <a:alpha val="30000"/>
                </a:srgbClr>
              </a:gs>
            </a:gsLst>
            <a:lin ang="0" scaled="1"/>
          </a:gradFill>
          <a:ln w="20320">
            <a:solidFill>
              <a:srgbClr val="3B82F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749790" y="368046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0" name="Text 47"/>
          <p:cNvSpPr/>
          <p:nvPr/>
        </p:nvSpPr>
        <p:spPr>
          <a:xfrm>
            <a:off x="8003857" y="3947164"/>
            <a:ext cx="3724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Customer Satisfaction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013382" y="4251964"/>
            <a:ext cx="3705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90%+ positive feedback on transparency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1893570" cy="312420"/>
          </a:xfrm>
          <a:custGeom>
            <a:avLst/>
            <a:gdLst/>
            <a:ahLst/>
            <a:cxnLst/>
            <a:rect l="l" t="t" r="r" b="b"/>
            <a:pathLst>
              <a:path w="1893570" h="312420">
                <a:moveTo>
                  <a:pt x="156210" y="0"/>
                </a:moveTo>
                <a:lnTo>
                  <a:pt x="1737360" y="0"/>
                </a:lnTo>
                <a:cubicBezTo>
                  <a:pt x="1823632" y="0"/>
                  <a:pt x="1893570" y="69938"/>
                  <a:pt x="1893570" y="156210"/>
                </a:cubicBezTo>
                <a:lnTo>
                  <a:pt x="1893570" y="156210"/>
                </a:lnTo>
                <a:cubicBezTo>
                  <a:pt x="1893570" y="242482"/>
                  <a:pt x="1823632" y="312420"/>
                  <a:pt x="1737360" y="312420"/>
                </a:cubicBezTo>
                <a:lnTo>
                  <a:pt x="156210" y="312420"/>
                </a:lnTo>
                <a:cubicBezTo>
                  <a:pt x="69938" y="312420"/>
                  <a:pt x="0" y="242482"/>
                  <a:pt x="0" y="156210"/>
                </a:cubicBezTo>
                <a:lnTo>
                  <a:pt x="0" y="156210"/>
                </a:lnTo>
                <a:cubicBezTo>
                  <a:pt x="0" y="69938"/>
                  <a:pt x="69938" y="0"/>
                  <a:pt x="15621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020" y="472446"/>
            <a:ext cx="16494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&amp; RELIABILITY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15346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Enterprise-Grade Protection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0580" y="2377446"/>
            <a:ext cx="3048000" cy="3048000"/>
          </a:xfrm>
          <a:custGeom>
            <a:avLst/>
            <a:gdLst/>
            <a:ahLst/>
            <a:cxnLst/>
            <a:rect l="l" t="t" r="r" b="b"/>
            <a:pathLst>
              <a:path w="3048000" h="3048000">
                <a:moveTo>
                  <a:pt x="1524000" y="0"/>
                </a:moveTo>
                <a:lnTo>
                  <a:pt x="1524000" y="0"/>
                </a:lnTo>
                <a:cubicBezTo>
                  <a:pt x="2365118" y="0"/>
                  <a:pt x="3048000" y="682882"/>
                  <a:pt x="3048000" y="1524000"/>
                </a:cubicBezTo>
                <a:lnTo>
                  <a:pt x="3048000" y="1524000"/>
                </a:lnTo>
                <a:cubicBezTo>
                  <a:pt x="3048000" y="2365118"/>
                  <a:pt x="2365118" y="3048000"/>
                  <a:pt x="1524000" y="3048000"/>
                </a:cubicBezTo>
                <a:lnTo>
                  <a:pt x="1524000" y="3048000"/>
                </a:lnTo>
                <a:cubicBezTo>
                  <a:pt x="682882" y="3048000"/>
                  <a:pt x="0" y="2365118"/>
                  <a:pt x="0" y="1524000"/>
                </a:cubicBezTo>
                <a:lnTo>
                  <a:pt x="0" y="1524000"/>
                </a:lnTo>
                <a:cubicBezTo>
                  <a:pt x="0" y="682882"/>
                  <a:pt x="682882" y="0"/>
                  <a:pt x="1524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50000">
                <a:srgbClr val="3B82F6">
                  <a:alpha val="30000"/>
                </a:srgbClr>
              </a:gs>
              <a:gs pos="100000">
                <a:srgbClr val="06B6D4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1154430" y="2701296"/>
            <a:ext cx="2400300" cy="2400300"/>
          </a:xfrm>
          <a:custGeom>
            <a:avLst/>
            <a:gdLst/>
            <a:ahLst/>
            <a:cxnLst/>
            <a:rect l="l" t="t" r="r" b="b"/>
            <a:pathLst>
              <a:path w="2400300" h="2400300">
                <a:moveTo>
                  <a:pt x="1200150" y="0"/>
                </a:moveTo>
                <a:lnTo>
                  <a:pt x="1200150" y="0"/>
                </a:lnTo>
                <a:cubicBezTo>
                  <a:pt x="1862531" y="0"/>
                  <a:pt x="2400300" y="537769"/>
                  <a:pt x="2400300" y="1200150"/>
                </a:cubicBezTo>
                <a:lnTo>
                  <a:pt x="2400300" y="1200150"/>
                </a:lnTo>
                <a:cubicBezTo>
                  <a:pt x="2400300" y="1862531"/>
                  <a:pt x="1862531" y="2400300"/>
                  <a:pt x="1200150" y="2400300"/>
                </a:cubicBezTo>
                <a:lnTo>
                  <a:pt x="1200150" y="2400300"/>
                </a:lnTo>
                <a:cubicBezTo>
                  <a:pt x="537769" y="2400300"/>
                  <a:pt x="0" y="1862531"/>
                  <a:pt x="0" y="1200150"/>
                </a:cubicBezTo>
                <a:lnTo>
                  <a:pt x="0" y="1200150"/>
                </a:lnTo>
                <a:cubicBezTo>
                  <a:pt x="0" y="537769"/>
                  <a:pt x="537769" y="0"/>
                  <a:pt x="120015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40000"/>
                </a:srgbClr>
              </a:gs>
              <a:gs pos="100000">
                <a:srgbClr val="3B82F6">
                  <a:alpha val="40000"/>
                </a:srgbClr>
              </a:gs>
            </a:gsLst>
            <a:lin ang="2700000" scaled="1"/>
          </a:gradFill>
          <a:ln w="508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97380" y="3444246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cubicBezTo>
                  <a:pt x="465415" y="0"/>
                  <a:pt x="473631" y="1786"/>
                  <a:pt x="481132" y="5179"/>
                </a:cubicBezTo>
                <a:lnTo>
                  <a:pt x="817602" y="147876"/>
                </a:lnTo>
                <a:cubicBezTo>
                  <a:pt x="856893" y="164485"/>
                  <a:pt x="886182" y="203240"/>
                  <a:pt x="886004" y="250031"/>
                </a:cubicBezTo>
                <a:cubicBezTo>
                  <a:pt x="885111" y="427196"/>
                  <a:pt x="812244" y="751344"/>
                  <a:pt x="504527" y="898684"/>
                </a:cubicBezTo>
                <a:cubicBezTo>
                  <a:pt x="474702" y="912971"/>
                  <a:pt x="440055" y="912971"/>
                  <a:pt x="410230" y="898684"/>
                </a:cubicBezTo>
                <a:cubicBezTo>
                  <a:pt x="102334" y="751344"/>
                  <a:pt x="29647" y="427196"/>
                  <a:pt x="28754" y="250031"/>
                </a:cubicBezTo>
                <a:cubicBezTo>
                  <a:pt x="28575" y="203240"/>
                  <a:pt x="57864" y="164485"/>
                  <a:pt x="97155" y="147876"/>
                </a:cubicBezTo>
                <a:lnTo>
                  <a:pt x="433447" y="5179"/>
                </a:lnTo>
                <a:cubicBezTo>
                  <a:pt x="440948" y="1786"/>
                  <a:pt x="448985" y="0"/>
                  <a:pt x="457200" y="0"/>
                </a:cubicBezTo>
                <a:close/>
                <a:moveTo>
                  <a:pt x="457200" y="119301"/>
                </a:moveTo>
                <a:lnTo>
                  <a:pt x="457200" y="794564"/>
                </a:lnTo>
                <a:cubicBezTo>
                  <a:pt x="703659" y="675263"/>
                  <a:pt x="769918" y="410944"/>
                  <a:pt x="771525" y="252710"/>
                </a:cubicBezTo>
                <a:lnTo>
                  <a:pt x="457200" y="119479"/>
                </a:lnTo>
                <a:lnTo>
                  <a:pt x="457200" y="119479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3135630" y="2548896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10B981"/>
          </a:solidFill>
          <a:ln w="508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21368" y="272034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484370" y="1428756"/>
            <a:ext cx="3598545" cy="1607820"/>
          </a:xfrm>
          <a:custGeom>
            <a:avLst/>
            <a:gdLst/>
            <a:ahLst/>
            <a:cxnLst/>
            <a:rect l="l" t="t" r="r" b="b"/>
            <a:pathLst>
              <a:path w="3598545" h="1607820">
                <a:moveTo>
                  <a:pt x="152405" y="0"/>
                </a:moveTo>
                <a:lnTo>
                  <a:pt x="3446140" y="0"/>
                </a:lnTo>
                <a:cubicBezTo>
                  <a:pt x="3530311" y="0"/>
                  <a:pt x="3598545" y="68234"/>
                  <a:pt x="3598545" y="152405"/>
                </a:cubicBezTo>
                <a:lnTo>
                  <a:pt x="3598545" y="1455415"/>
                </a:lnTo>
                <a:cubicBezTo>
                  <a:pt x="3598545" y="1539586"/>
                  <a:pt x="3530311" y="1607820"/>
                  <a:pt x="3446140" y="1607820"/>
                </a:cubicBezTo>
                <a:lnTo>
                  <a:pt x="152405" y="1607820"/>
                </a:lnTo>
                <a:cubicBezTo>
                  <a:pt x="68234" y="1607820"/>
                  <a:pt x="0" y="1539586"/>
                  <a:pt x="0" y="145541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0580" y="15849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797743" y="171831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680214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Encrypted Connection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7964" y="21945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883468" y="2156464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VPN tunnel between workshop and cloud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7964" y="24612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883468" y="2423164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1.3 for all web traffic encryption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7964" y="27279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883468" y="2689864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public IPs exposed to internet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06740" y="1428756"/>
            <a:ext cx="3598545" cy="1607820"/>
          </a:xfrm>
          <a:custGeom>
            <a:avLst/>
            <a:gdLst/>
            <a:ahLst/>
            <a:cxnLst/>
            <a:rect l="l" t="t" r="r" b="b"/>
            <a:pathLst>
              <a:path w="3598545" h="1607820">
                <a:moveTo>
                  <a:pt x="152405" y="0"/>
                </a:moveTo>
                <a:lnTo>
                  <a:pt x="3446140" y="0"/>
                </a:lnTo>
                <a:cubicBezTo>
                  <a:pt x="3530311" y="0"/>
                  <a:pt x="3598545" y="68234"/>
                  <a:pt x="3598545" y="152405"/>
                </a:cubicBezTo>
                <a:lnTo>
                  <a:pt x="3598545" y="1455415"/>
                </a:lnTo>
                <a:cubicBezTo>
                  <a:pt x="3598545" y="1539586"/>
                  <a:pt x="3530311" y="1607820"/>
                  <a:pt x="3446140" y="1607820"/>
                </a:cubicBezTo>
                <a:lnTo>
                  <a:pt x="152405" y="1607820"/>
                </a:lnTo>
                <a:cubicBezTo>
                  <a:pt x="68234" y="1607820"/>
                  <a:pt x="0" y="1539586"/>
                  <a:pt x="0" y="145541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2950" y="15849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496300" y="17183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8934450" y="1680214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90334" y="21945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8605838" y="2156464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token authentication system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90334" y="24612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8605838" y="2423164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permissions (Owner/Staff/Customer)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90334" y="27279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605838" y="2689864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sees ONLY their assigned pit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84370" y="3158492"/>
            <a:ext cx="3598545" cy="1607820"/>
          </a:xfrm>
          <a:custGeom>
            <a:avLst/>
            <a:gdLst/>
            <a:ahLst/>
            <a:cxnLst/>
            <a:rect l="l" t="t" r="r" b="b"/>
            <a:pathLst>
              <a:path w="3598545" h="1607820">
                <a:moveTo>
                  <a:pt x="152405" y="0"/>
                </a:moveTo>
                <a:lnTo>
                  <a:pt x="3446140" y="0"/>
                </a:lnTo>
                <a:cubicBezTo>
                  <a:pt x="3530311" y="0"/>
                  <a:pt x="3598545" y="68234"/>
                  <a:pt x="3598545" y="152405"/>
                </a:cubicBezTo>
                <a:lnTo>
                  <a:pt x="3598545" y="1455415"/>
                </a:lnTo>
                <a:cubicBezTo>
                  <a:pt x="3598545" y="1539586"/>
                  <a:pt x="3530311" y="1607820"/>
                  <a:pt x="3446140" y="1607820"/>
                </a:cubicBezTo>
                <a:lnTo>
                  <a:pt x="152405" y="1607820"/>
                </a:lnTo>
                <a:cubicBezTo>
                  <a:pt x="68234" y="1607820"/>
                  <a:pt x="0" y="1539586"/>
                  <a:pt x="0" y="145541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40580" y="3314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97316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785836" y="3448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3409950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Protection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67964" y="3924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883468" y="388620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database backups to cloud storage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667964" y="4191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4883468" y="4152900"/>
            <a:ext cx="2686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recordings encrypted at rest (AES-256)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667964" y="4457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4883468" y="44196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GDPR/privacy compliance ready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06740" y="3158492"/>
            <a:ext cx="3598545" cy="1607820"/>
          </a:xfrm>
          <a:custGeom>
            <a:avLst/>
            <a:gdLst/>
            <a:ahLst/>
            <a:cxnLst/>
            <a:rect l="l" t="t" r="r" b="b"/>
            <a:pathLst>
              <a:path w="3598545" h="1607820">
                <a:moveTo>
                  <a:pt x="152405" y="0"/>
                </a:moveTo>
                <a:lnTo>
                  <a:pt x="3446140" y="0"/>
                </a:lnTo>
                <a:cubicBezTo>
                  <a:pt x="3530311" y="0"/>
                  <a:pt x="3598545" y="68234"/>
                  <a:pt x="3598545" y="152405"/>
                </a:cubicBezTo>
                <a:lnTo>
                  <a:pt x="3598545" y="1455415"/>
                </a:lnTo>
                <a:cubicBezTo>
                  <a:pt x="3598545" y="1539586"/>
                  <a:pt x="3530311" y="1607820"/>
                  <a:pt x="3446140" y="1607820"/>
                </a:cubicBezTo>
                <a:lnTo>
                  <a:pt x="152405" y="1607820"/>
                </a:lnTo>
                <a:cubicBezTo>
                  <a:pt x="68234" y="1607820"/>
                  <a:pt x="0" y="1539586"/>
                  <a:pt x="0" y="145541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62950" y="3314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84394" y="34480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0" y="35719"/>
                </a:lnTo>
                <a:close/>
                <a:moveTo>
                  <a:pt x="0" y="53578"/>
                </a:moveTo>
                <a:lnTo>
                  <a:pt x="214313" y="53578"/>
                </a:lnTo>
                <a:lnTo>
                  <a:pt x="214313" y="154781"/>
                </a:lnTo>
                <a:cubicBezTo>
                  <a:pt x="214313" y="167915"/>
                  <a:pt x="203634" y="178594"/>
                  <a:pt x="190500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53578"/>
                </a:lnTo>
                <a:close/>
                <a:moveTo>
                  <a:pt x="92013" y="154781"/>
                </a:moveTo>
                <a:cubicBezTo>
                  <a:pt x="99529" y="154781"/>
                  <a:pt x="105147" y="147563"/>
                  <a:pt x="100347" y="141759"/>
                </a:cubicBezTo>
                <a:cubicBezTo>
                  <a:pt x="94878" y="135173"/>
                  <a:pt x="86618" y="130969"/>
                  <a:pt x="77391" y="130969"/>
                </a:cubicBezTo>
                <a:lnTo>
                  <a:pt x="53578" y="130969"/>
                </a:lnTo>
                <a:cubicBezTo>
                  <a:pt x="44351" y="130969"/>
                  <a:pt x="36091" y="135173"/>
                  <a:pt x="30621" y="141759"/>
                </a:cubicBezTo>
                <a:cubicBezTo>
                  <a:pt x="25822" y="147563"/>
                  <a:pt x="31440" y="154781"/>
                  <a:pt x="38956" y="154781"/>
                </a:cubicBezTo>
                <a:lnTo>
                  <a:pt x="91976" y="154781"/>
                </a:lnTo>
                <a:close/>
                <a:moveTo>
                  <a:pt x="65484" y="116086"/>
                </a:moveTo>
                <a:cubicBezTo>
                  <a:pt x="76984" y="116086"/>
                  <a:pt x="86320" y="106750"/>
                  <a:pt x="86320" y="95250"/>
                </a:cubicBezTo>
                <a:cubicBezTo>
                  <a:pt x="86320" y="83750"/>
                  <a:pt x="76984" y="74414"/>
                  <a:pt x="65484" y="74414"/>
                </a:cubicBezTo>
                <a:cubicBezTo>
                  <a:pt x="53985" y="74414"/>
                  <a:pt x="44648" y="83750"/>
                  <a:pt x="44648" y="95250"/>
                </a:cubicBezTo>
                <a:cubicBezTo>
                  <a:pt x="44648" y="106750"/>
                  <a:pt x="53985" y="116086"/>
                  <a:pt x="65484" y="116086"/>
                </a:cubicBezTo>
                <a:close/>
                <a:moveTo>
                  <a:pt x="133945" y="77391"/>
                </a:moveTo>
                <a:cubicBezTo>
                  <a:pt x="128997" y="77391"/>
                  <a:pt x="125016" y="81372"/>
                  <a:pt x="125016" y="86320"/>
                </a:cubicBezTo>
                <a:cubicBezTo>
                  <a:pt x="125016" y="91269"/>
                  <a:pt x="128997" y="95250"/>
                  <a:pt x="133945" y="95250"/>
                </a:cubicBezTo>
                <a:lnTo>
                  <a:pt x="175617" y="95250"/>
                </a:lnTo>
                <a:cubicBezTo>
                  <a:pt x="180566" y="95250"/>
                  <a:pt x="184547" y="91269"/>
                  <a:pt x="184547" y="86320"/>
                </a:cubicBezTo>
                <a:cubicBezTo>
                  <a:pt x="184547" y="81372"/>
                  <a:pt x="180566" y="77391"/>
                  <a:pt x="175617" y="77391"/>
                </a:cubicBezTo>
                <a:lnTo>
                  <a:pt x="133945" y="77391"/>
                </a:lnTo>
                <a:close/>
                <a:moveTo>
                  <a:pt x="133945" y="113109"/>
                </a:moveTo>
                <a:cubicBezTo>
                  <a:pt x="128997" y="113109"/>
                  <a:pt x="125016" y="117091"/>
                  <a:pt x="125016" y="122039"/>
                </a:cubicBezTo>
                <a:cubicBezTo>
                  <a:pt x="125016" y="126988"/>
                  <a:pt x="128997" y="130969"/>
                  <a:pt x="133945" y="130969"/>
                </a:cubicBezTo>
                <a:lnTo>
                  <a:pt x="175617" y="130969"/>
                </a:lnTo>
                <a:cubicBezTo>
                  <a:pt x="180566" y="130969"/>
                  <a:pt x="184547" y="126988"/>
                  <a:pt x="184547" y="122039"/>
                </a:cubicBezTo>
                <a:cubicBezTo>
                  <a:pt x="184547" y="117091"/>
                  <a:pt x="180566" y="113109"/>
                  <a:pt x="175617" y="113109"/>
                </a:cubicBezTo>
                <a:lnTo>
                  <a:pt x="133945" y="113109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8934450" y="340995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License Management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90334" y="3924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8605838" y="38862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device has unique license key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90334" y="4191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8605838" y="4152900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kill-switch for non-payment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90334" y="4457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8605838" y="4419600"/>
            <a:ext cx="2676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Subscription validation on every transmission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484370" y="4888228"/>
            <a:ext cx="3598545" cy="1607820"/>
          </a:xfrm>
          <a:custGeom>
            <a:avLst/>
            <a:gdLst/>
            <a:ahLst/>
            <a:cxnLst/>
            <a:rect l="l" t="t" r="r" b="b"/>
            <a:pathLst>
              <a:path w="3598545" h="1607820">
                <a:moveTo>
                  <a:pt x="152405" y="0"/>
                </a:moveTo>
                <a:lnTo>
                  <a:pt x="3446140" y="0"/>
                </a:lnTo>
                <a:cubicBezTo>
                  <a:pt x="3530311" y="0"/>
                  <a:pt x="3598545" y="68234"/>
                  <a:pt x="3598545" y="152405"/>
                </a:cubicBezTo>
                <a:lnTo>
                  <a:pt x="3598545" y="1455415"/>
                </a:lnTo>
                <a:cubicBezTo>
                  <a:pt x="3598545" y="1539586"/>
                  <a:pt x="3530311" y="1607820"/>
                  <a:pt x="3446140" y="1607820"/>
                </a:cubicBezTo>
                <a:lnTo>
                  <a:pt x="152405" y="1607820"/>
                </a:lnTo>
                <a:cubicBezTo>
                  <a:pt x="68234" y="1607820"/>
                  <a:pt x="0" y="1539586"/>
                  <a:pt x="0" y="145541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40580" y="504444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785836" y="5177796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0" y="5139696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High Availability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667964" y="56540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4883468" y="5615946"/>
            <a:ext cx="2581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 uptime SLA (managed cloud hosting)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667964" y="59207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4883468" y="5882646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service restart on failure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667964" y="61874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4883468" y="6149346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VPN auto-reconnect capability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06740" y="4888228"/>
            <a:ext cx="3598545" cy="1607820"/>
          </a:xfrm>
          <a:custGeom>
            <a:avLst/>
            <a:gdLst/>
            <a:ahLst/>
            <a:cxnLst/>
            <a:rect l="l" t="t" r="r" b="b"/>
            <a:pathLst>
              <a:path w="3598545" h="1607820">
                <a:moveTo>
                  <a:pt x="152405" y="0"/>
                </a:moveTo>
                <a:lnTo>
                  <a:pt x="3446140" y="0"/>
                </a:lnTo>
                <a:cubicBezTo>
                  <a:pt x="3530311" y="0"/>
                  <a:pt x="3598545" y="68234"/>
                  <a:pt x="3598545" y="152405"/>
                </a:cubicBezTo>
                <a:lnTo>
                  <a:pt x="3598545" y="1455415"/>
                </a:lnTo>
                <a:cubicBezTo>
                  <a:pt x="3598545" y="1539586"/>
                  <a:pt x="3530311" y="1607820"/>
                  <a:pt x="3446140" y="1607820"/>
                </a:cubicBezTo>
                <a:lnTo>
                  <a:pt x="152405" y="1607820"/>
                </a:lnTo>
                <a:cubicBezTo>
                  <a:pt x="68234" y="1607820"/>
                  <a:pt x="0" y="1539586"/>
                  <a:pt x="0" y="145541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62950" y="504444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484394" y="517779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8934450" y="5139696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Video Retention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390334" y="56540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5" name="Text 63"/>
          <p:cNvSpPr/>
          <p:nvPr/>
        </p:nvSpPr>
        <p:spPr>
          <a:xfrm>
            <a:off x="8605838" y="5615946"/>
            <a:ext cx="2276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7-day recording storage (configurable)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390334" y="59207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7" name="Text 65"/>
          <p:cNvSpPr/>
          <p:nvPr/>
        </p:nvSpPr>
        <p:spPr>
          <a:xfrm>
            <a:off x="8605838" y="5882646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 to download important footage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390334" y="618744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9" name="Text 67"/>
          <p:cNvSpPr/>
          <p:nvPr/>
        </p:nvSpPr>
        <p:spPr>
          <a:xfrm>
            <a:off x="8605838" y="6149346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cleanup to manage costs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7443" y="357443"/>
            <a:ext cx="1714666" cy="290201"/>
          </a:xfrm>
          <a:custGeom>
            <a:avLst/>
            <a:gdLst/>
            <a:ahLst/>
            <a:cxnLst/>
            <a:rect l="l" t="t" r="r" b="b"/>
            <a:pathLst>
              <a:path w="1714666" h="290201">
                <a:moveTo>
                  <a:pt x="145101" y="0"/>
                </a:moveTo>
                <a:lnTo>
                  <a:pt x="1569565" y="0"/>
                </a:lnTo>
                <a:cubicBezTo>
                  <a:pt x="1649702" y="0"/>
                  <a:pt x="1714666" y="64964"/>
                  <a:pt x="1714666" y="145101"/>
                </a:cubicBezTo>
                <a:lnTo>
                  <a:pt x="1714666" y="145101"/>
                </a:lnTo>
                <a:cubicBezTo>
                  <a:pt x="1714666" y="225238"/>
                  <a:pt x="1649702" y="290201"/>
                  <a:pt x="1569565" y="290201"/>
                </a:cubicBezTo>
                <a:lnTo>
                  <a:pt x="145101" y="290201"/>
                </a:lnTo>
                <a:cubicBezTo>
                  <a:pt x="64964" y="290201"/>
                  <a:pt x="0" y="225238"/>
                  <a:pt x="0" y="145101"/>
                </a:cubicBezTo>
                <a:lnTo>
                  <a:pt x="0" y="145101"/>
                </a:lnTo>
                <a:cubicBezTo>
                  <a:pt x="0" y="64964"/>
                  <a:pt x="64964" y="0"/>
                  <a:pt x="1451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544" y="438846"/>
            <a:ext cx="1488388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spc="49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TIMELINE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3904" y="721970"/>
            <a:ext cx="11643448" cy="3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8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14 Weeks to Production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1599" y="1146655"/>
            <a:ext cx="11466496" cy="1866845"/>
          </a:xfrm>
          <a:custGeom>
            <a:avLst/>
            <a:gdLst/>
            <a:ahLst/>
            <a:cxnLst/>
            <a:rect l="l" t="t" r="r" b="b"/>
            <a:pathLst>
              <a:path w="11466496" h="1866845">
                <a:moveTo>
                  <a:pt x="0" y="0"/>
                </a:moveTo>
                <a:lnTo>
                  <a:pt x="11324934" y="0"/>
                </a:lnTo>
                <a:cubicBezTo>
                  <a:pt x="11403117" y="0"/>
                  <a:pt x="11466496" y="63380"/>
                  <a:pt x="11466496" y="141563"/>
                </a:cubicBezTo>
                <a:lnTo>
                  <a:pt x="11466496" y="1725282"/>
                </a:lnTo>
                <a:cubicBezTo>
                  <a:pt x="11466496" y="1803465"/>
                  <a:pt x="11403117" y="1866845"/>
                  <a:pt x="11324934" y="1866845"/>
                </a:cubicBezTo>
                <a:lnTo>
                  <a:pt x="0" y="1866845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1599" y="1146655"/>
            <a:ext cx="35390" cy="1866845"/>
          </a:xfrm>
          <a:custGeom>
            <a:avLst/>
            <a:gdLst/>
            <a:ahLst/>
            <a:cxnLst/>
            <a:rect l="l" t="t" r="r" b="b"/>
            <a:pathLst>
              <a:path w="35390" h="1866845">
                <a:moveTo>
                  <a:pt x="0" y="0"/>
                </a:moveTo>
                <a:lnTo>
                  <a:pt x="35390" y="0"/>
                </a:lnTo>
                <a:lnTo>
                  <a:pt x="35390" y="1866845"/>
                </a:lnTo>
                <a:lnTo>
                  <a:pt x="0" y="1866845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502544" y="1259904"/>
            <a:ext cx="483079" cy="483079"/>
          </a:xfrm>
          <a:custGeom>
            <a:avLst/>
            <a:gdLst/>
            <a:ahLst/>
            <a:cxnLst/>
            <a:rect l="l" t="t" r="r" b="b"/>
            <a:pathLst>
              <a:path w="483079" h="483079">
                <a:moveTo>
                  <a:pt x="106171" y="0"/>
                </a:moveTo>
                <a:lnTo>
                  <a:pt x="376908" y="0"/>
                </a:lnTo>
                <a:cubicBezTo>
                  <a:pt x="435545" y="0"/>
                  <a:pt x="483079" y="47534"/>
                  <a:pt x="483079" y="106171"/>
                </a:cubicBezTo>
                <a:lnTo>
                  <a:pt x="483079" y="376908"/>
                </a:lnTo>
                <a:cubicBezTo>
                  <a:pt x="483079" y="435545"/>
                  <a:pt x="435545" y="483079"/>
                  <a:pt x="376908" y="483079"/>
                </a:cubicBezTo>
                <a:lnTo>
                  <a:pt x="106171" y="483079"/>
                </a:lnTo>
                <a:cubicBezTo>
                  <a:pt x="47534" y="483079"/>
                  <a:pt x="0" y="435545"/>
                  <a:pt x="0" y="376908"/>
                </a:cubicBezTo>
                <a:lnTo>
                  <a:pt x="0" y="106171"/>
                </a:lnTo>
                <a:cubicBezTo>
                  <a:pt x="0" y="47574"/>
                  <a:pt x="47574" y="0"/>
                  <a:pt x="106171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050" y="1376693"/>
            <a:ext cx="265428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2493" y="1252826"/>
            <a:ext cx="2565806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Phase 1: MVP (Single Pit Demo)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14694" y="1252826"/>
            <a:ext cx="698961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b="1" dirty="0">
                <a:solidFill>
                  <a:srgbClr val="3B82F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 Weeks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36033" y="1574879"/>
            <a:ext cx="3475339" cy="502544"/>
          </a:xfrm>
          <a:custGeom>
            <a:avLst/>
            <a:gdLst/>
            <a:ahLst/>
            <a:cxnLst/>
            <a:rect l="l" t="t" r="r" b="b"/>
            <a:pathLst>
              <a:path w="3475339" h="502544">
                <a:moveTo>
                  <a:pt x="70783" y="0"/>
                </a:moveTo>
                <a:lnTo>
                  <a:pt x="3404556" y="0"/>
                </a:lnTo>
                <a:cubicBezTo>
                  <a:pt x="3443649" y="0"/>
                  <a:pt x="3475339" y="31691"/>
                  <a:pt x="3475339" y="70783"/>
                </a:cubicBezTo>
                <a:lnTo>
                  <a:pt x="3475339" y="431761"/>
                </a:lnTo>
                <a:cubicBezTo>
                  <a:pt x="3475339" y="470853"/>
                  <a:pt x="3443649" y="502544"/>
                  <a:pt x="3404556" y="502544"/>
                </a:cubicBezTo>
                <a:lnTo>
                  <a:pt x="70783" y="502544"/>
                </a:lnTo>
                <a:cubicBezTo>
                  <a:pt x="31717" y="502544"/>
                  <a:pt x="0" y="470827"/>
                  <a:pt x="0" y="431761"/>
                </a:cubicBezTo>
                <a:lnTo>
                  <a:pt x="0" y="70783"/>
                </a:lnTo>
                <a:cubicBezTo>
                  <a:pt x="0" y="31717"/>
                  <a:pt x="31717" y="0"/>
                  <a:pt x="7078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0352" y="1649197"/>
            <a:ext cx="3379785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1-2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0352" y="1826037"/>
            <a:ext cx="3388633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+ Cloud Setup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92106" y="1574879"/>
            <a:ext cx="3475339" cy="502544"/>
          </a:xfrm>
          <a:custGeom>
            <a:avLst/>
            <a:gdLst/>
            <a:ahLst/>
            <a:cxnLst/>
            <a:rect l="l" t="t" r="r" b="b"/>
            <a:pathLst>
              <a:path w="3475339" h="502544">
                <a:moveTo>
                  <a:pt x="70783" y="0"/>
                </a:moveTo>
                <a:lnTo>
                  <a:pt x="3404556" y="0"/>
                </a:lnTo>
                <a:cubicBezTo>
                  <a:pt x="3443649" y="0"/>
                  <a:pt x="3475339" y="31691"/>
                  <a:pt x="3475339" y="70783"/>
                </a:cubicBezTo>
                <a:lnTo>
                  <a:pt x="3475339" y="431761"/>
                </a:lnTo>
                <a:cubicBezTo>
                  <a:pt x="3475339" y="470853"/>
                  <a:pt x="3443649" y="502544"/>
                  <a:pt x="3404556" y="502544"/>
                </a:cubicBezTo>
                <a:lnTo>
                  <a:pt x="70783" y="502544"/>
                </a:lnTo>
                <a:cubicBezTo>
                  <a:pt x="31717" y="502544"/>
                  <a:pt x="0" y="470827"/>
                  <a:pt x="0" y="431761"/>
                </a:cubicBezTo>
                <a:lnTo>
                  <a:pt x="0" y="70783"/>
                </a:lnTo>
                <a:cubicBezTo>
                  <a:pt x="0" y="31717"/>
                  <a:pt x="31717" y="0"/>
                  <a:pt x="7078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6426" y="1649197"/>
            <a:ext cx="3379785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66426" y="1826037"/>
            <a:ext cx="3388633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ESP32 Firmware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48180" y="1574879"/>
            <a:ext cx="3475339" cy="502544"/>
          </a:xfrm>
          <a:custGeom>
            <a:avLst/>
            <a:gdLst/>
            <a:ahLst/>
            <a:cxnLst/>
            <a:rect l="l" t="t" r="r" b="b"/>
            <a:pathLst>
              <a:path w="3475339" h="502544">
                <a:moveTo>
                  <a:pt x="70783" y="0"/>
                </a:moveTo>
                <a:lnTo>
                  <a:pt x="3404556" y="0"/>
                </a:lnTo>
                <a:cubicBezTo>
                  <a:pt x="3443649" y="0"/>
                  <a:pt x="3475339" y="31691"/>
                  <a:pt x="3475339" y="70783"/>
                </a:cubicBezTo>
                <a:lnTo>
                  <a:pt x="3475339" y="431761"/>
                </a:lnTo>
                <a:cubicBezTo>
                  <a:pt x="3475339" y="470853"/>
                  <a:pt x="3443649" y="502544"/>
                  <a:pt x="3404556" y="502544"/>
                </a:cubicBezTo>
                <a:lnTo>
                  <a:pt x="70783" y="502544"/>
                </a:lnTo>
                <a:cubicBezTo>
                  <a:pt x="31717" y="502544"/>
                  <a:pt x="0" y="470827"/>
                  <a:pt x="0" y="431761"/>
                </a:cubicBezTo>
                <a:lnTo>
                  <a:pt x="0" y="70783"/>
                </a:lnTo>
                <a:cubicBezTo>
                  <a:pt x="0" y="31717"/>
                  <a:pt x="31717" y="0"/>
                  <a:pt x="7078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2500" y="1649197"/>
            <a:ext cx="3379785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2500" y="1826037"/>
            <a:ext cx="3388633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Streaming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36033" y="2155166"/>
            <a:ext cx="3475339" cy="502544"/>
          </a:xfrm>
          <a:custGeom>
            <a:avLst/>
            <a:gdLst/>
            <a:ahLst/>
            <a:cxnLst/>
            <a:rect l="l" t="t" r="r" b="b"/>
            <a:pathLst>
              <a:path w="3475339" h="502544">
                <a:moveTo>
                  <a:pt x="70783" y="0"/>
                </a:moveTo>
                <a:lnTo>
                  <a:pt x="3404556" y="0"/>
                </a:lnTo>
                <a:cubicBezTo>
                  <a:pt x="3443649" y="0"/>
                  <a:pt x="3475339" y="31691"/>
                  <a:pt x="3475339" y="70783"/>
                </a:cubicBezTo>
                <a:lnTo>
                  <a:pt x="3475339" y="431761"/>
                </a:lnTo>
                <a:cubicBezTo>
                  <a:pt x="3475339" y="470853"/>
                  <a:pt x="3443649" y="502544"/>
                  <a:pt x="3404556" y="502544"/>
                </a:cubicBezTo>
                <a:lnTo>
                  <a:pt x="70783" y="502544"/>
                </a:lnTo>
                <a:cubicBezTo>
                  <a:pt x="31717" y="502544"/>
                  <a:pt x="0" y="470827"/>
                  <a:pt x="0" y="431761"/>
                </a:cubicBezTo>
                <a:lnTo>
                  <a:pt x="0" y="70783"/>
                </a:lnTo>
                <a:cubicBezTo>
                  <a:pt x="0" y="31717"/>
                  <a:pt x="31717" y="0"/>
                  <a:pt x="7078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10352" y="2229484"/>
            <a:ext cx="3379785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0352" y="2406333"/>
            <a:ext cx="3388633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Dashboard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92106" y="2155166"/>
            <a:ext cx="7032077" cy="502544"/>
          </a:xfrm>
          <a:custGeom>
            <a:avLst/>
            <a:gdLst/>
            <a:ahLst/>
            <a:cxnLst/>
            <a:rect l="l" t="t" r="r" b="b"/>
            <a:pathLst>
              <a:path w="7032077" h="502544">
                <a:moveTo>
                  <a:pt x="70783" y="0"/>
                </a:moveTo>
                <a:lnTo>
                  <a:pt x="6961293" y="0"/>
                </a:lnTo>
                <a:cubicBezTo>
                  <a:pt x="7000386" y="0"/>
                  <a:pt x="7032077" y="31691"/>
                  <a:pt x="7032077" y="70783"/>
                </a:cubicBezTo>
                <a:lnTo>
                  <a:pt x="7032077" y="431761"/>
                </a:lnTo>
                <a:cubicBezTo>
                  <a:pt x="7032077" y="470853"/>
                  <a:pt x="7000386" y="502544"/>
                  <a:pt x="6961293" y="502544"/>
                </a:cubicBezTo>
                <a:lnTo>
                  <a:pt x="70783" y="502544"/>
                </a:lnTo>
                <a:cubicBezTo>
                  <a:pt x="31717" y="502544"/>
                  <a:pt x="0" y="470827"/>
                  <a:pt x="0" y="431761"/>
                </a:cubicBezTo>
                <a:lnTo>
                  <a:pt x="0" y="70783"/>
                </a:lnTo>
                <a:cubicBezTo>
                  <a:pt x="0" y="31717"/>
                  <a:pt x="31717" y="0"/>
                  <a:pt x="7078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6426" y="2229484"/>
            <a:ext cx="6936522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66426" y="2406333"/>
            <a:ext cx="6945370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+ Demo to Client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50189" y="2749618"/>
            <a:ext cx="141562" cy="141562"/>
          </a:xfrm>
          <a:custGeom>
            <a:avLst/>
            <a:gdLst/>
            <a:ahLst/>
            <a:cxnLst/>
            <a:rect l="l" t="t" r="r" b="b"/>
            <a:pathLst>
              <a:path w="141562" h="141562">
                <a:moveTo>
                  <a:pt x="70781" y="141562"/>
                </a:moveTo>
                <a:cubicBezTo>
                  <a:pt x="109846" y="141562"/>
                  <a:pt x="141562" y="109846"/>
                  <a:pt x="141562" y="70781"/>
                </a:cubicBezTo>
                <a:cubicBezTo>
                  <a:pt x="141562" y="31716"/>
                  <a:pt x="109846" y="0"/>
                  <a:pt x="70781" y="0"/>
                </a:cubicBezTo>
                <a:cubicBezTo>
                  <a:pt x="31716" y="0"/>
                  <a:pt x="0" y="31716"/>
                  <a:pt x="0" y="70781"/>
                </a:cubicBezTo>
                <a:cubicBezTo>
                  <a:pt x="0" y="109846"/>
                  <a:pt x="31716" y="141562"/>
                  <a:pt x="70781" y="141562"/>
                </a:cubicBezTo>
                <a:close/>
                <a:moveTo>
                  <a:pt x="94116" y="58809"/>
                </a:moveTo>
                <a:lnTo>
                  <a:pt x="71997" y="94199"/>
                </a:lnTo>
                <a:cubicBezTo>
                  <a:pt x="70836" y="96052"/>
                  <a:pt x="68845" y="97213"/>
                  <a:pt x="66661" y="97324"/>
                </a:cubicBezTo>
                <a:cubicBezTo>
                  <a:pt x="64477" y="97434"/>
                  <a:pt x="62376" y="96439"/>
                  <a:pt x="61076" y="94669"/>
                </a:cubicBezTo>
                <a:lnTo>
                  <a:pt x="47805" y="76974"/>
                </a:lnTo>
                <a:cubicBezTo>
                  <a:pt x="45593" y="74043"/>
                  <a:pt x="46201" y="69896"/>
                  <a:pt x="49132" y="67684"/>
                </a:cubicBezTo>
                <a:cubicBezTo>
                  <a:pt x="52063" y="65472"/>
                  <a:pt x="56210" y="66081"/>
                  <a:pt x="58422" y="69011"/>
                </a:cubicBezTo>
                <a:lnTo>
                  <a:pt x="65887" y="78965"/>
                </a:lnTo>
                <a:lnTo>
                  <a:pt x="82863" y="51786"/>
                </a:lnTo>
                <a:cubicBezTo>
                  <a:pt x="84799" y="48689"/>
                  <a:pt x="88891" y="47722"/>
                  <a:pt x="92015" y="49685"/>
                </a:cubicBezTo>
                <a:cubicBezTo>
                  <a:pt x="95139" y="51648"/>
                  <a:pt x="96079" y="55712"/>
                  <a:pt x="94116" y="5883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380226" y="2731923"/>
            <a:ext cx="2220749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Deliverable: Fully functional 1-pit system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71599" y="3085827"/>
            <a:ext cx="11466496" cy="1291750"/>
          </a:xfrm>
          <a:custGeom>
            <a:avLst/>
            <a:gdLst/>
            <a:ahLst/>
            <a:cxnLst/>
            <a:rect l="l" t="t" r="r" b="b"/>
            <a:pathLst>
              <a:path w="11466496" h="1291750">
                <a:moveTo>
                  <a:pt x="0" y="0"/>
                </a:moveTo>
                <a:lnTo>
                  <a:pt x="11324933" y="0"/>
                </a:lnTo>
                <a:cubicBezTo>
                  <a:pt x="11403116" y="0"/>
                  <a:pt x="11466496" y="63380"/>
                  <a:pt x="11466496" y="141563"/>
                </a:cubicBezTo>
                <a:lnTo>
                  <a:pt x="11466496" y="1150187"/>
                </a:lnTo>
                <a:cubicBezTo>
                  <a:pt x="11466496" y="1228370"/>
                  <a:pt x="11403116" y="1291750"/>
                  <a:pt x="11324933" y="1291750"/>
                </a:cubicBezTo>
                <a:lnTo>
                  <a:pt x="0" y="1291750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71599" y="3085827"/>
            <a:ext cx="35390" cy="1291750"/>
          </a:xfrm>
          <a:custGeom>
            <a:avLst/>
            <a:gdLst/>
            <a:ahLst/>
            <a:cxnLst/>
            <a:rect l="l" t="t" r="r" b="b"/>
            <a:pathLst>
              <a:path w="35390" h="1291750">
                <a:moveTo>
                  <a:pt x="0" y="0"/>
                </a:moveTo>
                <a:lnTo>
                  <a:pt x="35390" y="0"/>
                </a:lnTo>
                <a:lnTo>
                  <a:pt x="35390" y="1291750"/>
                </a:lnTo>
                <a:lnTo>
                  <a:pt x="0" y="129175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544" y="3199076"/>
            <a:ext cx="483079" cy="483079"/>
          </a:xfrm>
          <a:custGeom>
            <a:avLst/>
            <a:gdLst/>
            <a:ahLst/>
            <a:cxnLst/>
            <a:rect l="l" t="t" r="r" b="b"/>
            <a:pathLst>
              <a:path w="483079" h="483079">
                <a:moveTo>
                  <a:pt x="106171" y="0"/>
                </a:moveTo>
                <a:lnTo>
                  <a:pt x="376908" y="0"/>
                </a:lnTo>
                <a:cubicBezTo>
                  <a:pt x="435545" y="0"/>
                  <a:pt x="483079" y="47534"/>
                  <a:pt x="483079" y="106171"/>
                </a:cubicBezTo>
                <a:lnTo>
                  <a:pt x="483079" y="376908"/>
                </a:lnTo>
                <a:cubicBezTo>
                  <a:pt x="483079" y="435545"/>
                  <a:pt x="435545" y="483079"/>
                  <a:pt x="376908" y="483079"/>
                </a:cubicBezTo>
                <a:lnTo>
                  <a:pt x="106171" y="483079"/>
                </a:lnTo>
                <a:cubicBezTo>
                  <a:pt x="47534" y="483079"/>
                  <a:pt x="0" y="435545"/>
                  <a:pt x="0" y="376908"/>
                </a:cubicBezTo>
                <a:lnTo>
                  <a:pt x="0" y="106171"/>
                </a:lnTo>
                <a:cubicBezTo>
                  <a:pt x="0" y="47574"/>
                  <a:pt x="47574" y="0"/>
                  <a:pt x="106171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442" y="3315865"/>
            <a:ext cx="291971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32493" y="3191998"/>
            <a:ext cx="2273835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Phase 2: Production (3 Pits)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15357" y="3191998"/>
            <a:ext cx="690113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 Weeks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36033" y="3514051"/>
            <a:ext cx="3475339" cy="502544"/>
          </a:xfrm>
          <a:custGeom>
            <a:avLst/>
            <a:gdLst/>
            <a:ahLst/>
            <a:cxnLst/>
            <a:rect l="l" t="t" r="r" b="b"/>
            <a:pathLst>
              <a:path w="3475339" h="502544">
                <a:moveTo>
                  <a:pt x="70783" y="0"/>
                </a:moveTo>
                <a:lnTo>
                  <a:pt x="3404556" y="0"/>
                </a:lnTo>
                <a:cubicBezTo>
                  <a:pt x="3443649" y="0"/>
                  <a:pt x="3475339" y="31691"/>
                  <a:pt x="3475339" y="70783"/>
                </a:cubicBezTo>
                <a:lnTo>
                  <a:pt x="3475339" y="431761"/>
                </a:lnTo>
                <a:cubicBezTo>
                  <a:pt x="3475339" y="470853"/>
                  <a:pt x="3443649" y="502544"/>
                  <a:pt x="3404556" y="502544"/>
                </a:cubicBezTo>
                <a:lnTo>
                  <a:pt x="70783" y="502544"/>
                </a:lnTo>
                <a:cubicBezTo>
                  <a:pt x="31717" y="502544"/>
                  <a:pt x="0" y="470827"/>
                  <a:pt x="0" y="431761"/>
                </a:cubicBezTo>
                <a:lnTo>
                  <a:pt x="0" y="70783"/>
                </a:lnTo>
                <a:cubicBezTo>
                  <a:pt x="0" y="31717"/>
                  <a:pt x="31717" y="0"/>
                  <a:pt x="7078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10352" y="3588369"/>
            <a:ext cx="3379785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7-8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10352" y="3765209"/>
            <a:ext cx="3388633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Multi-Pit Scaling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692106" y="3514051"/>
            <a:ext cx="3475339" cy="502544"/>
          </a:xfrm>
          <a:custGeom>
            <a:avLst/>
            <a:gdLst/>
            <a:ahLst/>
            <a:cxnLst/>
            <a:rect l="l" t="t" r="r" b="b"/>
            <a:pathLst>
              <a:path w="3475339" h="502544">
                <a:moveTo>
                  <a:pt x="70783" y="0"/>
                </a:moveTo>
                <a:lnTo>
                  <a:pt x="3404556" y="0"/>
                </a:lnTo>
                <a:cubicBezTo>
                  <a:pt x="3443649" y="0"/>
                  <a:pt x="3475339" y="31691"/>
                  <a:pt x="3475339" y="70783"/>
                </a:cubicBezTo>
                <a:lnTo>
                  <a:pt x="3475339" y="431761"/>
                </a:lnTo>
                <a:cubicBezTo>
                  <a:pt x="3475339" y="470853"/>
                  <a:pt x="3443649" y="502544"/>
                  <a:pt x="3404556" y="502544"/>
                </a:cubicBezTo>
                <a:lnTo>
                  <a:pt x="70783" y="502544"/>
                </a:lnTo>
                <a:cubicBezTo>
                  <a:pt x="31717" y="502544"/>
                  <a:pt x="0" y="470827"/>
                  <a:pt x="0" y="431761"/>
                </a:cubicBezTo>
                <a:lnTo>
                  <a:pt x="0" y="70783"/>
                </a:lnTo>
                <a:cubicBezTo>
                  <a:pt x="0" y="31717"/>
                  <a:pt x="31717" y="0"/>
                  <a:pt x="7078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6426" y="3588369"/>
            <a:ext cx="3379785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766426" y="3765209"/>
            <a:ext cx="3388633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Deployment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48180" y="3514051"/>
            <a:ext cx="3475339" cy="502544"/>
          </a:xfrm>
          <a:custGeom>
            <a:avLst/>
            <a:gdLst/>
            <a:ahLst/>
            <a:cxnLst/>
            <a:rect l="l" t="t" r="r" b="b"/>
            <a:pathLst>
              <a:path w="3475339" h="502544">
                <a:moveTo>
                  <a:pt x="70783" y="0"/>
                </a:moveTo>
                <a:lnTo>
                  <a:pt x="3404556" y="0"/>
                </a:lnTo>
                <a:cubicBezTo>
                  <a:pt x="3443649" y="0"/>
                  <a:pt x="3475339" y="31691"/>
                  <a:pt x="3475339" y="70783"/>
                </a:cubicBezTo>
                <a:lnTo>
                  <a:pt x="3475339" y="431761"/>
                </a:lnTo>
                <a:cubicBezTo>
                  <a:pt x="3475339" y="470853"/>
                  <a:pt x="3443649" y="502544"/>
                  <a:pt x="3404556" y="502544"/>
                </a:cubicBezTo>
                <a:lnTo>
                  <a:pt x="70783" y="502544"/>
                </a:lnTo>
                <a:cubicBezTo>
                  <a:pt x="31717" y="502544"/>
                  <a:pt x="0" y="470827"/>
                  <a:pt x="0" y="431761"/>
                </a:cubicBezTo>
                <a:lnTo>
                  <a:pt x="0" y="70783"/>
                </a:lnTo>
                <a:cubicBezTo>
                  <a:pt x="0" y="31717"/>
                  <a:pt x="31717" y="0"/>
                  <a:pt x="7078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2500" y="3588369"/>
            <a:ext cx="3379785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10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22500" y="3765209"/>
            <a:ext cx="3388633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Hardening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50189" y="4108494"/>
            <a:ext cx="141562" cy="141562"/>
          </a:xfrm>
          <a:custGeom>
            <a:avLst/>
            <a:gdLst/>
            <a:ahLst/>
            <a:cxnLst/>
            <a:rect l="l" t="t" r="r" b="b"/>
            <a:pathLst>
              <a:path w="141562" h="141562">
                <a:moveTo>
                  <a:pt x="70781" y="141562"/>
                </a:moveTo>
                <a:cubicBezTo>
                  <a:pt x="109846" y="141562"/>
                  <a:pt x="141562" y="109846"/>
                  <a:pt x="141562" y="70781"/>
                </a:cubicBezTo>
                <a:cubicBezTo>
                  <a:pt x="141562" y="31716"/>
                  <a:pt x="109846" y="0"/>
                  <a:pt x="70781" y="0"/>
                </a:cubicBezTo>
                <a:cubicBezTo>
                  <a:pt x="31716" y="0"/>
                  <a:pt x="0" y="31716"/>
                  <a:pt x="0" y="70781"/>
                </a:cubicBezTo>
                <a:cubicBezTo>
                  <a:pt x="0" y="109846"/>
                  <a:pt x="31716" y="141562"/>
                  <a:pt x="70781" y="141562"/>
                </a:cubicBezTo>
                <a:close/>
                <a:moveTo>
                  <a:pt x="94116" y="58809"/>
                </a:moveTo>
                <a:lnTo>
                  <a:pt x="71997" y="94199"/>
                </a:lnTo>
                <a:cubicBezTo>
                  <a:pt x="70836" y="96052"/>
                  <a:pt x="68845" y="97213"/>
                  <a:pt x="66661" y="97324"/>
                </a:cubicBezTo>
                <a:cubicBezTo>
                  <a:pt x="64477" y="97434"/>
                  <a:pt x="62376" y="96439"/>
                  <a:pt x="61076" y="94669"/>
                </a:cubicBezTo>
                <a:lnTo>
                  <a:pt x="47805" y="76974"/>
                </a:lnTo>
                <a:cubicBezTo>
                  <a:pt x="45593" y="74043"/>
                  <a:pt x="46201" y="69896"/>
                  <a:pt x="49132" y="67684"/>
                </a:cubicBezTo>
                <a:cubicBezTo>
                  <a:pt x="52063" y="65472"/>
                  <a:pt x="56210" y="66081"/>
                  <a:pt x="58422" y="69011"/>
                </a:cubicBezTo>
                <a:lnTo>
                  <a:pt x="65887" y="78965"/>
                </a:lnTo>
                <a:lnTo>
                  <a:pt x="82863" y="51786"/>
                </a:lnTo>
                <a:cubicBezTo>
                  <a:pt x="84799" y="48689"/>
                  <a:pt x="88891" y="47722"/>
                  <a:pt x="92015" y="49685"/>
                </a:cubicBezTo>
                <a:cubicBezTo>
                  <a:pt x="95139" y="51648"/>
                  <a:pt x="96079" y="55712"/>
                  <a:pt x="94116" y="5883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1380226" y="4090799"/>
            <a:ext cx="2459634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Deliverable: 3-pit workshop fully operational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71599" y="4444703"/>
            <a:ext cx="11466496" cy="1291750"/>
          </a:xfrm>
          <a:custGeom>
            <a:avLst/>
            <a:gdLst/>
            <a:ahLst/>
            <a:cxnLst/>
            <a:rect l="l" t="t" r="r" b="b"/>
            <a:pathLst>
              <a:path w="11466496" h="1291750">
                <a:moveTo>
                  <a:pt x="0" y="0"/>
                </a:moveTo>
                <a:lnTo>
                  <a:pt x="11324933" y="0"/>
                </a:lnTo>
                <a:cubicBezTo>
                  <a:pt x="11403116" y="0"/>
                  <a:pt x="11466496" y="63380"/>
                  <a:pt x="11466496" y="141563"/>
                </a:cubicBezTo>
                <a:lnTo>
                  <a:pt x="11466496" y="1150187"/>
                </a:lnTo>
                <a:cubicBezTo>
                  <a:pt x="11466496" y="1228370"/>
                  <a:pt x="11403116" y="1291750"/>
                  <a:pt x="11324933" y="1291750"/>
                </a:cubicBezTo>
                <a:lnTo>
                  <a:pt x="0" y="1291750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71599" y="4444703"/>
            <a:ext cx="35390" cy="1291750"/>
          </a:xfrm>
          <a:custGeom>
            <a:avLst/>
            <a:gdLst/>
            <a:ahLst/>
            <a:cxnLst/>
            <a:rect l="l" t="t" r="r" b="b"/>
            <a:pathLst>
              <a:path w="35390" h="1291750">
                <a:moveTo>
                  <a:pt x="0" y="0"/>
                </a:moveTo>
                <a:lnTo>
                  <a:pt x="35390" y="0"/>
                </a:lnTo>
                <a:lnTo>
                  <a:pt x="35390" y="1291750"/>
                </a:lnTo>
                <a:lnTo>
                  <a:pt x="0" y="1291750"/>
                </a:lnTo>
                <a:lnTo>
                  <a:pt x="0" y="0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7" name="Shape 45"/>
          <p:cNvSpPr/>
          <p:nvPr/>
        </p:nvSpPr>
        <p:spPr>
          <a:xfrm>
            <a:off x="502544" y="4557953"/>
            <a:ext cx="483079" cy="483079"/>
          </a:xfrm>
          <a:custGeom>
            <a:avLst/>
            <a:gdLst/>
            <a:ahLst/>
            <a:cxnLst/>
            <a:rect l="l" t="t" r="r" b="b"/>
            <a:pathLst>
              <a:path w="483079" h="483079">
                <a:moveTo>
                  <a:pt x="106171" y="0"/>
                </a:moveTo>
                <a:lnTo>
                  <a:pt x="376908" y="0"/>
                </a:lnTo>
                <a:cubicBezTo>
                  <a:pt x="435545" y="0"/>
                  <a:pt x="483079" y="47534"/>
                  <a:pt x="483079" y="106171"/>
                </a:cubicBezTo>
                <a:lnTo>
                  <a:pt x="483079" y="376908"/>
                </a:lnTo>
                <a:cubicBezTo>
                  <a:pt x="483079" y="435545"/>
                  <a:pt x="435545" y="483079"/>
                  <a:pt x="376908" y="483079"/>
                </a:cubicBezTo>
                <a:lnTo>
                  <a:pt x="106171" y="483079"/>
                </a:lnTo>
                <a:cubicBezTo>
                  <a:pt x="47534" y="483079"/>
                  <a:pt x="0" y="435545"/>
                  <a:pt x="0" y="376908"/>
                </a:cubicBezTo>
                <a:lnTo>
                  <a:pt x="0" y="106171"/>
                </a:lnTo>
                <a:cubicBezTo>
                  <a:pt x="0" y="47574"/>
                  <a:pt x="47574" y="0"/>
                  <a:pt x="106171" y="0"/>
                </a:cubicBezTo>
                <a:close/>
              </a:path>
            </a:pathLst>
          </a:custGeom>
          <a:solidFill>
            <a:srgbClr val="F97316">
              <a:alpha val="30196"/>
            </a:srgbClr>
          </a:solidFill>
          <a:ln w="2032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788" y="4674741"/>
            <a:ext cx="291971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32493" y="4550875"/>
            <a:ext cx="2123425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Phase 3: Franchise Ready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115357" y="4550875"/>
            <a:ext cx="690113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4" b="1" dirty="0">
                <a:solidFill>
                  <a:srgbClr val="F9731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 Weeks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36033" y="4872927"/>
            <a:ext cx="3475339" cy="502544"/>
          </a:xfrm>
          <a:custGeom>
            <a:avLst/>
            <a:gdLst/>
            <a:ahLst/>
            <a:cxnLst/>
            <a:rect l="l" t="t" r="r" b="b"/>
            <a:pathLst>
              <a:path w="3475339" h="502544">
                <a:moveTo>
                  <a:pt x="70783" y="0"/>
                </a:moveTo>
                <a:lnTo>
                  <a:pt x="3404556" y="0"/>
                </a:lnTo>
                <a:cubicBezTo>
                  <a:pt x="3443649" y="0"/>
                  <a:pt x="3475339" y="31691"/>
                  <a:pt x="3475339" y="70783"/>
                </a:cubicBezTo>
                <a:lnTo>
                  <a:pt x="3475339" y="431761"/>
                </a:lnTo>
                <a:cubicBezTo>
                  <a:pt x="3475339" y="470853"/>
                  <a:pt x="3443649" y="502544"/>
                  <a:pt x="3404556" y="502544"/>
                </a:cubicBezTo>
                <a:lnTo>
                  <a:pt x="70783" y="502544"/>
                </a:lnTo>
                <a:cubicBezTo>
                  <a:pt x="31717" y="502544"/>
                  <a:pt x="0" y="470827"/>
                  <a:pt x="0" y="431761"/>
                </a:cubicBezTo>
                <a:lnTo>
                  <a:pt x="0" y="70783"/>
                </a:lnTo>
                <a:cubicBezTo>
                  <a:pt x="0" y="31717"/>
                  <a:pt x="31717" y="0"/>
                  <a:pt x="7078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10352" y="4947254"/>
            <a:ext cx="3379785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11-12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210352" y="5124094"/>
            <a:ext cx="3388633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Multi-Tenancy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692106" y="4872927"/>
            <a:ext cx="3475339" cy="502544"/>
          </a:xfrm>
          <a:custGeom>
            <a:avLst/>
            <a:gdLst/>
            <a:ahLst/>
            <a:cxnLst/>
            <a:rect l="l" t="t" r="r" b="b"/>
            <a:pathLst>
              <a:path w="3475339" h="502544">
                <a:moveTo>
                  <a:pt x="70783" y="0"/>
                </a:moveTo>
                <a:lnTo>
                  <a:pt x="3404556" y="0"/>
                </a:lnTo>
                <a:cubicBezTo>
                  <a:pt x="3443649" y="0"/>
                  <a:pt x="3475339" y="31691"/>
                  <a:pt x="3475339" y="70783"/>
                </a:cubicBezTo>
                <a:lnTo>
                  <a:pt x="3475339" y="431761"/>
                </a:lnTo>
                <a:cubicBezTo>
                  <a:pt x="3475339" y="470853"/>
                  <a:pt x="3443649" y="502544"/>
                  <a:pt x="3404556" y="502544"/>
                </a:cubicBezTo>
                <a:lnTo>
                  <a:pt x="70783" y="502544"/>
                </a:lnTo>
                <a:cubicBezTo>
                  <a:pt x="31717" y="502544"/>
                  <a:pt x="0" y="470827"/>
                  <a:pt x="0" y="431761"/>
                </a:cubicBezTo>
                <a:lnTo>
                  <a:pt x="0" y="70783"/>
                </a:lnTo>
                <a:cubicBezTo>
                  <a:pt x="0" y="31717"/>
                  <a:pt x="31717" y="0"/>
                  <a:pt x="7078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66426" y="4947254"/>
            <a:ext cx="3379785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13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766426" y="5124094"/>
            <a:ext cx="3388633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Billing Automation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48180" y="4872927"/>
            <a:ext cx="3475339" cy="502544"/>
          </a:xfrm>
          <a:custGeom>
            <a:avLst/>
            <a:gdLst/>
            <a:ahLst/>
            <a:cxnLst/>
            <a:rect l="l" t="t" r="r" b="b"/>
            <a:pathLst>
              <a:path w="3475339" h="502544">
                <a:moveTo>
                  <a:pt x="70783" y="0"/>
                </a:moveTo>
                <a:lnTo>
                  <a:pt x="3404556" y="0"/>
                </a:lnTo>
                <a:cubicBezTo>
                  <a:pt x="3443649" y="0"/>
                  <a:pt x="3475339" y="31691"/>
                  <a:pt x="3475339" y="70783"/>
                </a:cubicBezTo>
                <a:lnTo>
                  <a:pt x="3475339" y="431761"/>
                </a:lnTo>
                <a:cubicBezTo>
                  <a:pt x="3475339" y="470853"/>
                  <a:pt x="3443649" y="502544"/>
                  <a:pt x="3404556" y="502544"/>
                </a:cubicBezTo>
                <a:lnTo>
                  <a:pt x="70783" y="502544"/>
                </a:lnTo>
                <a:cubicBezTo>
                  <a:pt x="31717" y="502544"/>
                  <a:pt x="0" y="470827"/>
                  <a:pt x="0" y="431761"/>
                </a:cubicBezTo>
                <a:lnTo>
                  <a:pt x="0" y="70783"/>
                </a:lnTo>
                <a:cubicBezTo>
                  <a:pt x="0" y="31717"/>
                  <a:pt x="31717" y="0"/>
                  <a:pt x="7078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22500" y="4947254"/>
            <a:ext cx="3379785" cy="141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6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14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22500" y="5124094"/>
            <a:ext cx="3388633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50189" y="5467379"/>
            <a:ext cx="141562" cy="141562"/>
          </a:xfrm>
          <a:custGeom>
            <a:avLst/>
            <a:gdLst/>
            <a:ahLst/>
            <a:cxnLst/>
            <a:rect l="l" t="t" r="r" b="b"/>
            <a:pathLst>
              <a:path w="141562" h="141562">
                <a:moveTo>
                  <a:pt x="70781" y="141562"/>
                </a:moveTo>
                <a:cubicBezTo>
                  <a:pt x="109846" y="141562"/>
                  <a:pt x="141562" y="109846"/>
                  <a:pt x="141562" y="70781"/>
                </a:cubicBezTo>
                <a:cubicBezTo>
                  <a:pt x="141562" y="31716"/>
                  <a:pt x="109846" y="0"/>
                  <a:pt x="70781" y="0"/>
                </a:cubicBezTo>
                <a:cubicBezTo>
                  <a:pt x="31716" y="0"/>
                  <a:pt x="0" y="31716"/>
                  <a:pt x="0" y="70781"/>
                </a:cubicBezTo>
                <a:cubicBezTo>
                  <a:pt x="0" y="109846"/>
                  <a:pt x="31716" y="141562"/>
                  <a:pt x="70781" y="141562"/>
                </a:cubicBezTo>
                <a:close/>
                <a:moveTo>
                  <a:pt x="94116" y="58809"/>
                </a:moveTo>
                <a:lnTo>
                  <a:pt x="71997" y="94199"/>
                </a:lnTo>
                <a:cubicBezTo>
                  <a:pt x="70836" y="96052"/>
                  <a:pt x="68845" y="97213"/>
                  <a:pt x="66661" y="97324"/>
                </a:cubicBezTo>
                <a:cubicBezTo>
                  <a:pt x="64477" y="97434"/>
                  <a:pt x="62376" y="96439"/>
                  <a:pt x="61076" y="94669"/>
                </a:cubicBezTo>
                <a:lnTo>
                  <a:pt x="47805" y="76974"/>
                </a:lnTo>
                <a:cubicBezTo>
                  <a:pt x="45593" y="74043"/>
                  <a:pt x="46201" y="69896"/>
                  <a:pt x="49132" y="67684"/>
                </a:cubicBezTo>
                <a:cubicBezTo>
                  <a:pt x="52063" y="65472"/>
                  <a:pt x="56210" y="66081"/>
                  <a:pt x="58422" y="69011"/>
                </a:cubicBezTo>
                <a:lnTo>
                  <a:pt x="65887" y="78965"/>
                </a:lnTo>
                <a:lnTo>
                  <a:pt x="82863" y="51786"/>
                </a:lnTo>
                <a:cubicBezTo>
                  <a:pt x="84799" y="48689"/>
                  <a:pt x="88891" y="47722"/>
                  <a:pt x="92015" y="49685"/>
                </a:cubicBezTo>
                <a:cubicBezTo>
                  <a:pt x="95139" y="51648"/>
                  <a:pt x="96079" y="55712"/>
                  <a:pt x="94116" y="5883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1380226" y="5449684"/>
            <a:ext cx="2238444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Deliverable: Plug-and-play expansion kit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60982" y="5810666"/>
            <a:ext cx="11471805" cy="686574"/>
          </a:xfrm>
          <a:custGeom>
            <a:avLst/>
            <a:gdLst/>
            <a:ahLst/>
            <a:cxnLst/>
            <a:rect l="l" t="t" r="r" b="b"/>
            <a:pathLst>
              <a:path w="11471805" h="686574">
                <a:moveTo>
                  <a:pt x="141565" y="0"/>
                </a:moveTo>
                <a:lnTo>
                  <a:pt x="11330240" y="0"/>
                </a:lnTo>
                <a:cubicBezTo>
                  <a:pt x="11408424" y="0"/>
                  <a:pt x="11471805" y="63381"/>
                  <a:pt x="11471805" y="141565"/>
                </a:cubicBezTo>
                <a:lnTo>
                  <a:pt x="11471805" y="545009"/>
                </a:lnTo>
                <a:cubicBezTo>
                  <a:pt x="11471805" y="623193"/>
                  <a:pt x="11408424" y="686574"/>
                  <a:pt x="11330240" y="686574"/>
                </a:cubicBezTo>
                <a:lnTo>
                  <a:pt x="141565" y="686574"/>
                </a:lnTo>
                <a:cubicBezTo>
                  <a:pt x="63381" y="686574"/>
                  <a:pt x="0" y="623193"/>
                  <a:pt x="0" y="545009"/>
                </a:cubicBezTo>
                <a:lnTo>
                  <a:pt x="0" y="141565"/>
                </a:lnTo>
                <a:cubicBezTo>
                  <a:pt x="0" y="63433"/>
                  <a:pt x="63433" y="0"/>
                  <a:pt x="141565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50000">
                <a:srgbClr val="10B981">
                  <a:alpha val="30000"/>
                </a:srgbClr>
              </a:gs>
              <a:gs pos="100000">
                <a:srgbClr val="F97316">
                  <a:alpha val="30000"/>
                </a:srgbClr>
              </a:gs>
            </a:gsLst>
            <a:lin ang="0" scaled="1"/>
          </a:gradFill>
          <a:ln w="20320">
            <a:solidFill>
              <a:srgbClr val="3B82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95114" y="6047779"/>
            <a:ext cx="185800" cy="212343"/>
          </a:xfrm>
          <a:custGeom>
            <a:avLst/>
            <a:gdLst/>
            <a:ahLst/>
            <a:cxnLst/>
            <a:rect l="l" t="t" r="r" b="b"/>
            <a:pathLst>
              <a:path w="185800" h="212343">
                <a:moveTo>
                  <a:pt x="53086" y="0"/>
                </a:moveTo>
                <a:cubicBezTo>
                  <a:pt x="60426" y="0"/>
                  <a:pt x="66357" y="5931"/>
                  <a:pt x="66357" y="13271"/>
                </a:cubicBezTo>
                <a:lnTo>
                  <a:pt x="66357" y="26543"/>
                </a:lnTo>
                <a:lnTo>
                  <a:pt x="119443" y="26543"/>
                </a:lnTo>
                <a:lnTo>
                  <a:pt x="119443" y="13271"/>
                </a:lnTo>
                <a:cubicBezTo>
                  <a:pt x="119443" y="5931"/>
                  <a:pt x="125373" y="0"/>
                  <a:pt x="132714" y="0"/>
                </a:cubicBezTo>
                <a:cubicBezTo>
                  <a:pt x="140055" y="0"/>
                  <a:pt x="145985" y="5931"/>
                  <a:pt x="145985" y="13271"/>
                </a:cubicBezTo>
                <a:lnTo>
                  <a:pt x="145985" y="26543"/>
                </a:lnTo>
                <a:lnTo>
                  <a:pt x="159257" y="26543"/>
                </a:lnTo>
                <a:cubicBezTo>
                  <a:pt x="173897" y="26543"/>
                  <a:pt x="185800" y="38446"/>
                  <a:pt x="185800" y="53086"/>
                </a:cubicBezTo>
                <a:lnTo>
                  <a:pt x="185800" y="172528"/>
                </a:lnTo>
                <a:cubicBezTo>
                  <a:pt x="185800" y="187168"/>
                  <a:pt x="173897" y="199071"/>
                  <a:pt x="159257" y="199071"/>
                </a:cubicBezTo>
                <a:lnTo>
                  <a:pt x="26543" y="199071"/>
                </a:lnTo>
                <a:cubicBezTo>
                  <a:pt x="11903" y="199071"/>
                  <a:pt x="0" y="187168"/>
                  <a:pt x="0" y="172528"/>
                </a:cubicBezTo>
                <a:lnTo>
                  <a:pt x="0" y="53086"/>
                </a:lnTo>
                <a:cubicBezTo>
                  <a:pt x="0" y="38446"/>
                  <a:pt x="11903" y="26543"/>
                  <a:pt x="26543" y="26543"/>
                </a:cubicBezTo>
                <a:lnTo>
                  <a:pt x="39814" y="26543"/>
                </a:lnTo>
                <a:lnTo>
                  <a:pt x="39814" y="13271"/>
                </a:lnTo>
                <a:cubicBezTo>
                  <a:pt x="39814" y="5931"/>
                  <a:pt x="45745" y="0"/>
                  <a:pt x="53086" y="0"/>
                </a:cubicBezTo>
                <a:close/>
                <a:moveTo>
                  <a:pt x="127903" y="94849"/>
                </a:moveTo>
                <a:cubicBezTo>
                  <a:pt x="130806" y="90204"/>
                  <a:pt x="129396" y="84066"/>
                  <a:pt x="124751" y="81121"/>
                </a:cubicBezTo>
                <a:cubicBezTo>
                  <a:pt x="120106" y="78177"/>
                  <a:pt x="113968" y="79628"/>
                  <a:pt x="111024" y="84273"/>
                </a:cubicBezTo>
                <a:lnTo>
                  <a:pt x="85559" y="125042"/>
                </a:lnTo>
                <a:lnTo>
                  <a:pt x="74361" y="110111"/>
                </a:lnTo>
                <a:cubicBezTo>
                  <a:pt x="71044" y="105715"/>
                  <a:pt x="64823" y="104803"/>
                  <a:pt x="60426" y="108121"/>
                </a:cubicBezTo>
                <a:cubicBezTo>
                  <a:pt x="56030" y="111438"/>
                  <a:pt x="55118" y="117659"/>
                  <a:pt x="58436" y="122055"/>
                </a:cubicBezTo>
                <a:lnTo>
                  <a:pt x="78343" y="148598"/>
                </a:lnTo>
                <a:cubicBezTo>
                  <a:pt x="80292" y="151211"/>
                  <a:pt x="83444" y="152704"/>
                  <a:pt x="86720" y="152580"/>
                </a:cubicBezTo>
                <a:cubicBezTo>
                  <a:pt x="89997" y="152455"/>
                  <a:pt x="92983" y="150713"/>
                  <a:pt x="94725" y="147893"/>
                </a:cubicBezTo>
                <a:lnTo>
                  <a:pt x="127903" y="9480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4" name="Text 62"/>
          <p:cNvSpPr/>
          <p:nvPr/>
        </p:nvSpPr>
        <p:spPr>
          <a:xfrm>
            <a:off x="4918052" y="5923912"/>
            <a:ext cx="2353463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3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Total Timeline: 14 Weeks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926899" y="6171645"/>
            <a:ext cx="2335768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start to franchise-ready system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395713" y="6047779"/>
            <a:ext cx="212343" cy="212343"/>
          </a:xfrm>
          <a:custGeom>
            <a:avLst/>
            <a:gdLst/>
            <a:ahLst/>
            <a:cxnLst/>
            <a:rect l="l" t="t" r="r" b="b"/>
            <a:pathLst>
              <a:path w="212343" h="212343">
                <a:moveTo>
                  <a:pt x="53086" y="132714"/>
                </a:moveTo>
                <a:lnTo>
                  <a:pt x="10161" y="132714"/>
                </a:lnTo>
                <a:cubicBezTo>
                  <a:pt x="-166" y="132714"/>
                  <a:pt x="-6511" y="121475"/>
                  <a:pt x="-1203" y="112600"/>
                </a:cubicBezTo>
                <a:lnTo>
                  <a:pt x="20737" y="76020"/>
                </a:lnTo>
                <a:cubicBezTo>
                  <a:pt x="24345" y="70007"/>
                  <a:pt x="30815" y="66357"/>
                  <a:pt x="37824" y="66357"/>
                </a:cubicBezTo>
                <a:lnTo>
                  <a:pt x="77223" y="66357"/>
                </a:lnTo>
                <a:cubicBezTo>
                  <a:pt x="108784" y="12898"/>
                  <a:pt x="155856" y="10202"/>
                  <a:pt x="187334" y="14806"/>
                </a:cubicBezTo>
                <a:cubicBezTo>
                  <a:pt x="192643" y="15594"/>
                  <a:pt x="196790" y="19741"/>
                  <a:pt x="197537" y="25008"/>
                </a:cubicBezTo>
                <a:cubicBezTo>
                  <a:pt x="202140" y="56486"/>
                  <a:pt x="199444" y="103558"/>
                  <a:pt x="145985" y="135120"/>
                </a:cubicBezTo>
                <a:lnTo>
                  <a:pt x="145985" y="174519"/>
                </a:lnTo>
                <a:cubicBezTo>
                  <a:pt x="145985" y="181528"/>
                  <a:pt x="142336" y="187998"/>
                  <a:pt x="136322" y="191606"/>
                </a:cubicBezTo>
                <a:lnTo>
                  <a:pt x="99743" y="213545"/>
                </a:lnTo>
                <a:cubicBezTo>
                  <a:pt x="90909" y="218854"/>
                  <a:pt x="79628" y="212467"/>
                  <a:pt x="79628" y="202182"/>
                </a:cubicBezTo>
                <a:lnTo>
                  <a:pt x="79628" y="159257"/>
                </a:lnTo>
                <a:cubicBezTo>
                  <a:pt x="79628" y="144617"/>
                  <a:pt x="67726" y="132714"/>
                  <a:pt x="53086" y="132714"/>
                </a:cubicBezTo>
                <a:lnTo>
                  <a:pt x="53044" y="132714"/>
                </a:lnTo>
                <a:close/>
                <a:moveTo>
                  <a:pt x="165893" y="66357"/>
                </a:moveTo>
                <a:cubicBezTo>
                  <a:pt x="165893" y="55370"/>
                  <a:pt x="156973" y="46450"/>
                  <a:pt x="145985" y="46450"/>
                </a:cubicBezTo>
                <a:cubicBezTo>
                  <a:pt x="134998" y="46450"/>
                  <a:pt x="126078" y="55370"/>
                  <a:pt x="126078" y="66357"/>
                </a:cubicBezTo>
                <a:cubicBezTo>
                  <a:pt x="126078" y="77344"/>
                  <a:pt x="134998" y="86264"/>
                  <a:pt x="145985" y="86264"/>
                </a:cubicBezTo>
                <a:cubicBezTo>
                  <a:pt x="156973" y="86264"/>
                  <a:pt x="165893" y="77344"/>
                  <a:pt x="165893" y="66357"/>
                </a:cubicBezTo>
                <a:close/>
              </a:path>
            </a:pathLst>
          </a:custGeom>
          <a:solidFill>
            <a:srgbClr val="F97316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1141095" cy="312420"/>
          </a:xfrm>
          <a:custGeom>
            <a:avLst/>
            <a:gdLst/>
            <a:ahLst/>
            <a:cxnLst/>
            <a:rect l="l" t="t" r="r" b="b"/>
            <a:pathLst>
              <a:path w="1141095" h="312420">
                <a:moveTo>
                  <a:pt x="156210" y="0"/>
                </a:moveTo>
                <a:lnTo>
                  <a:pt x="984885" y="0"/>
                </a:lnTo>
                <a:cubicBezTo>
                  <a:pt x="1071100" y="0"/>
                  <a:pt x="1141095" y="69995"/>
                  <a:pt x="1141095" y="156210"/>
                </a:cubicBezTo>
                <a:lnTo>
                  <a:pt x="1141095" y="156210"/>
                </a:lnTo>
                <a:cubicBezTo>
                  <a:pt x="1141095" y="242425"/>
                  <a:pt x="1071100" y="312420"/>
                  <a:pt x="984885" y="312420"/>
                </a:cubicBezTo>
                <a:lnTo>
                  <a:pt x="156210" y="312420"/>
                </a:lnTo>
                <a:cubicBezTo>
                  <a:pt x="69938" y="312420"/>
                  <a:pt x="0" y="242482"/>
                  <a:pt x="0" y="156210"/>
                </a:cubicBezTo>
                <a:lnTo>
                  <a:pt x="0" y="156210"/>
                </a:lnTo>
                <a:cubicBezTo>
                  <a:pt x="0" y="69938"/>
                  <a:pt x="69938" y="0"/>
                  <a:pt x="156210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 w="1016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020" y="472446"/>
            <a:ext cx="8939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7246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Unlimited Growth Potential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196346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small, scale without limits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543056"/>
            <a:ext cx="2788920" cy="2731770"/>
          </a:xfrm>
          <a:custGeom>
            <a:avLst/>
            <a:gdLst/>
            <a:ahLst/>
            <a:cxnLst/>
            <a:rect l="l" t="t" r="r" b="b"/>
            <a:pathLst>
              <a:path w="2788920" h="2731770">
                <a:moveTo>
                  <a:pt x="152405" y="0"/>
                </a:moveTo>
                <a:lnTo>
                  <a:pt x="2636515" y="0"/>
                </a:lnTo>
                <a:cubicBezTo>
                  <a:pt x="2720686" y="0"/>
                  <a:pt x="2788920" y="68234"/>
                  <a:pt x="2788920" y="152405"/>
                </a:cubicBezTo>
                <a:lnTo>
                  <a:pt x="2788920" y="2579365"/>
                </a:lnTo>
                <a:cubicBezTo>
                  <a:pt x="2788920" y="2663536"/>
                  <a:pt x="2720686" y="2731770"/>
                  <a:pt x="2636515" y="2731770"/>
                </a:cubicBezTo>
                <a:lnTo>
                  <a:pt x="152405" y="2731770"/>
                </a:lnTo>
                <a:cubicBezTo>
                  <a:pt x="68234" y="2731770"/>
                  <a:pt x="0" y="2663536"/>
                  <a:pt x="0" y="257936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2095" y="1668784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260033" y="0"/>
                </a:moveTo>
                <a:lnTo>
                  <a:pt x="260033" y="0"/>
                </a:lnTo>
                <a:cubicBezTo>
                  <a:pt x="403644" y="0"/>
                  <a:pt x="520065" y="116421"/>
                  <a:pt x="520065" y="260032"/>
                </a:cubicBezTo>
                <a:lnTo>
                  <a:pt x="520065" y="260033"/>
                </a:lnTo>
                <a:cubicBezTo>
                  <a:pt x="520065" y="403644"/>
                  <a:pt x="403644" y="520065"/>
                  <a:pt x="260033" y="520065"/>
                </a:cubicBezTo>
                <a:lnTo>
                  <a:pt x="260033" y="520065"/>
                </a:lnTo>
                <a:cubicBezTo>
                  <a:pt x="116421" y="520065"/>
                  <a:pt x="0" y="403644"/>
                  <a:pt x="0" y="260033"/>
                </a:cubicBezTo>
                <a:lnTo>
                  <a:pt x="0" y="260033"/>
                </a:lnTo>
                <a:cubicBezTo>
                  <a:pt x="0" y="116421"/>
                  <a:pt x="116421" y="0"/>
                  <a:pt x="260032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44623" y="1794514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0057" y="2270764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Single Pit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9582" y="2575564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MVP / Demo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40681" y="284226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3214" y="36165"/>
                </a:moveTo>
                <a:lnTo>
                  <a:pt x="77409" y="53578"/>
                </a:lnTo>
                <a:lnTo>
                  <a:pt x="35719" y="53578"/>
                </a:lnTo>
                <a:cubicBezTo>
                  <a:pt x="16018" y="53578"/>
                  <a:pt x="0" y="69596"/>
                  <a:pt x="0" y="89297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50031" y="267891"/>
                </a:lnTo>
                <a:cubicBezTo>
                  <a:pt x="269732" y="267891"/>
                  <a:pt x="285750" y="251873"/>
                  <a:pt x="285750" y="232172"/>
                </a:cubicBezTo>
                <a:lnTo>
                  <a:pt x="285750" y="89297"/>
                </a:lnTo>
                <a:cubicBezTo>
                  <a:pt x="285750" y="69596"/>
                  <a:pt x="269732" y="53578"/>
                  <a:pt x="250031" y="53578"/>
                </a:cubicBezTo>
                <a:lnTo>
                  <a:pt x="208341" y="53578"/>
                </a:lnTo>
                <a:lnTo>
                  <a:pt x="202536" y="36165"/>
                </a:lnTo>
                <a:cubicBezTo>
                  <a:pt x="198909" y="25226"/>
                  <a:pt x="188695" y="17859"/>
                  <a:pt x="177143" y="17859"/>
                </a:cubicBezTo>
                <a:lnTo>
                  <a:pt x="108607" y="17859"/>
                </a:lnTo>
                <a:cubicBezTo>
                  <a:pt x="97055" y="17859"/>
                  <a:pt x="86841" y="25226"/>
                  <a:pt x="83214" y="36165"/>
                </a:cubicBezTo>
                <a:close/>
                <a:moveTo>
                  <a:pt x="142875" y="107156"/>
                </a:moveTo>
                <a:cubicBezTo>
                  <a:pt x="172446" y="107156"/>
                  <a:pt x="196453" y="131164"/>
                  <a:pt x="196453" y="160734"/>
                </a:cubicBezTo>
                <a:cubicBezTo>
                  <a:pt x="196453" y="190305"/>
                  <a:pt x="172446" y="214313"/>
                  <a:pt x="142875" y="214313"/>
                </a:cubicBezTo>
                <a:cubicBezTo>
                  <a:pt x="113304" y="214313"/>
                  <a:pt x="89297" y="190305"/>
                  <a:pt x="89297" y="160734"/>
                </a:cubicBezTo>
                <a:cubicBezTo>
                  <a:pt x="89297" y="131164"/>
                  <a:pt x="113304" y="107156"/>
                  <a:pt x="142875" y="10715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1685925" y="31661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69582" y="3432814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₹7,750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hardware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582" y="3661414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₹1,500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/month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3928114"/>
            <a:ext cx="2552700" cy="228600"/>
          </a:xfrm>
          <a:custGeom>
            <a:avLst/>
            <a:gdLst/>
            <a:ahLst/>
            <a:cxnLst/>
            <a:rect l="l" t="t" r="r" b="b"/>
            <a:pathLst>
              <a:path w="2552700" h="2286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152401"/>
                </a:lnTo>
                <a:cubicBezTo>
                  <a:pt x="2552700" y="194484"/>
                  <a:pt x="2518584" y="228600"/>
                  <a:pt x="2476501" y="228600"/>
                </a:cubicBezTo>
                <a:lnTo>
                  <a:pt x="76199" y="228600"/>
                </a:lnTo>
                <a:cubicBezTo>
                  <a:pt x="34144" y="228600"/>
                  <a:pt x="0" y="194456"/>
                  <a:pt x="0" y="1524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12445" y="3966214"/>
            <a:ext cx="2533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Proof of concept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61360" y="1543056"/>
            <a:ext cx="2788920" cy="2731770"/>
          </a:xfrm>
          <a:custGeom>
            <a:avLst/>
            <a:gdLst/>
            <a:ahLst/>
            <a:cxnLst/>
            <a:rect l="l" t="t" r="r" b="b"/>
            <a:pathLst>
              <a:path w="2788920" h="2731770">
                <a:moveTo>
                  <a:pt x="152405" y="0"/>
                </a:moveTo>
                <a:lnTo>
                  <a:pt x="2636515" y="0"/>
                </a:lnTo>
                <a:cubicBezTo>
                  <a:pt x="2720686" y="0"/>
                  <a:pt x="2788920" y="68234"/>
                  <a:pt x="2788920" y="152405"/>
                </a:cubicBezTo>
                <a:lnTo>
                  <a:pt x="2788920" y="2579365"/>
                </a:lnTo>
                <a:cubicBezTo>
                  <a:pt x="2788920" y="2663536"/>
                  <a:pt x="2720686" y="2731770"/>
                  <a:pt x="2636515" y="2731770"/>
                </a:cubicBezTo>
                <a:lnTo>
                  <a:pt x="152405" y="2731770"/>
                </a:lnTo>
                <a:cubicBezTo>
                  <a:pt x="68234" y="2731770"/>
                  <a:pt x="0" y="2663536"/>
                  <a:pt x="0" y="257936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8645" y="1668784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260033" y="0"/>
                </a:moveTo>
                <a:lnTo>
                  <a:pt x="260033" y="0"/>
                </a:lnTo>
                <a:cubicBezTo>
                  <a:pt x="403644" y="0"/>
                  <a:pt x="520065" y="116421"/>
                  <a:pt x="520065" y="260032"/>
                </a:cubicBezTo>
                <a:lnTo>
                  <a:pt x="520065" y="260033"/>
                </a:lnTo>
                <a:cubicBezTo>
                  <a:pt x="520065" y="403644"/>
                  <a:pt x="403644" y="520065"/>
                  <a:pt x="260033" y="520065"/>
                </a:cubicBezTo>
                <a:lnTo>
                  <a:pt x="260033" y="520065"/>
                </a:lnTo>
                <a:cubicBezTo>
                  <a:pt x="116421" y="520065"/>
                  <a:pt x="0" y="403644"/>
                  <a:pt x="0" y="260033"/>
                </a:cubicBezTo>
                <a:lnTo>
                  <a:pt x="0" y="260033"/>
                </a:lnTo>
                <a:cubicBezTo>
                  <a:pt x="0" y="116421"/>
                  <a:pt x="116421" y="0"/>
                  <a:pt x="260032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4742" y="1794514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36608" y="2270764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Workshop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46133" y="2575564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Setup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21969" y="292798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9928" y="21699"/>
                </a:moveTo>
                <a:lnTo>
                  <a:pt x="46446" y="32147"/>
                </a:lnTo>
                <a:lnTo>
                  <a:pt x="21431" y="32147"/>
                </a:lnTo>
                <a:cubicBezTo>
                  <a:pt x="9611" y="32147"/>
                  <a:pt x="0" y="41757"/>
                  <a:pt x="0" y="53578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50019" y="160734"/>
                </a:lnTo>
                <a:cubicBezTo>
                  <a:pt x="161839" y="160734"/>
                  <a:pt x="171450" y="151124"/>
                  <a:pt x="171450" y="139303"/>
                </a:cubicBezTo>
                <a:lnTo>
                  <a:pt x="171450" y="53578"/>
                </a:lnTo>
                <a:cubicBezTo>
                  <a:pt x="171450" y="41757"/>
                  <a:pt x="161839" y="32147"/>
                  <a:pt x="150019" y="32147"/>
                </a:cubicBezTo>
                <a:lnTo>
                  <a:pt x="125004" y="32147"/>
                </a:lnTo>
                <a:lnTo>
                  <a:pt x="121522" y="21699"/>
                </a:lnTo>
                <a:cubicBezTo>
                  <a:pt x="119345" y="15136"/>
                  <a:pt x="113217" y="10716"/>
                  <a:pt x="106286" y="10716"/>
                </a:cubicBezTo>
                <a:lnTo>
                  <a:pt x="65164" y="10716"/>
                </a:lnTo>
                <a:cubicBezTo>
                  <a:pt x="58233" y="10716"/>
                  <a:pt x="52105" y="15136"/>
                  <a:pt x="49928" y="21699"/>
                </a:cubicBezTo>
                <a:close/>
                <a:moveTo>
                  <a:pt x="85725" y="64294"/>
                </a:moveTo>
                <a:cubicBezTo>
                  <a:pt x="103467" y="64294"/>
                  <a:pt x="117872" y="78698"/>
                  <a:pt x="117872" y="96441"/>
                </a:cubicBezTo>
                <a:cubicBezTo>
                  <a:pt x="117872" y="114183"/>
                  <a:pt x="103467" y="128588"/>
                  <a:pt x="85725" y="128588"/>
                </a:cubicBezTo>
                <a:cubicBezTo>
                  <a:pt x="67983" y="128588"/>
                  <a:pt x="53578" y="114183"/>
                  <a:pt x="53578" y="96441"/>
                </a:cubicBezTo>
                <a:cubicBezTo>
                  <a:pt x="53578" y="78698"/>
                  <a:pt x="67983" y="64294"/>
                  <a:pt x="85725" y="6429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4381" y="292798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9928" y="21699"/>
                </a:moveTo>
                <a:lnTo>
                  <a:pt x="46446" y="32147"/>
                </a:lnTo>
                <a:lnTo>
                  <a:pt x="21431" y="32147"/>
                </a:lnTo>
                <a:cubicBezTo>
                  <a:pt x="9611" y="32147"/>
                  <a:pt x="0" y="41757"/>
                  <a:pt x="0" y="53578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50019" y="160734"/>
                </a:lnTo>
                <a:cubicBezTo>
                  <a:pt x="161839" y="160734"/>
                  <a:pt x="171450" y="151124"/>
                  <a:pt x="171450" y="139303"/>
                </a:cubicBezTo>
                <a:lnTo>
                  <a:pt x="171450" y="53578"/>
                </a:lnTo>
                <a:cubicBezTo>
                  <a:pt x="171450" y="41757"/>
                  <a:pt x="161839" y="32147"/>
                  <a:pt x="150019" y="32147"/>
                </a:cubicBezTo>
                <a:lnTo>
                  <a:pt x="125004" y="32147"/>
                </a:lnTo>
                <a:lnTo>
                  <a:pt x="121522" y="21699"/>
                </a:lnTo>
                <a:cubicBezTo>
                  <a:pt x="119345" y="15136"/>
                  <a:pt x="113217" y="10716"/>
                  <a:pt x="106286" y="10716"/>
                </a:cubicBezTo>
                <a:lnTo>
                  <a:pt x="65164" y="10716"/>
                </a:lnTo>
                <a:cubicBezTo>
                  <a:pt x="58233" y="10716"/>
                  <a:pt x="52105" y="15136"/>
                  <a:pt x="49928" y="21699"/>
                </a:cubicBezTo>
                <a:close/>
                <a:moveTo>
                  <a:pt x="85725" y="64294"/>
                </a:moveTo>
                <a:cubicBezTo>
                  <a:pt x="103467" y="64294"/>
                  <a:pt x="117872" y="78698"/>
                  <a:pt x="117872" y="96441"/>
                </a:cubicBezTo>
                <a:cubicBezTo>
                  <a:pt x="117872" y="114183"/>
                  <a:pt x="103467" y="128588"/>
                  <a:pt x="85725" y="128588"/>
                </a:cubicBezTo>
                <a:cubicBezTo>
                  <a:pt x="67983" y="128588"/>
                  <a:pt x="53578" y="114183"/>
                  <a:pt x="53578" y="96441"/>
                </a:cubicBezTo>
                <a:cubicBezTo>
                  <a:pt x="53578" y="78698"/>
                  <a:pt x="67983" y="64294"/>
                  <a:pt x="85725" y="6429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826794" y="292798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9928" y="21699"/>
                </a:moveTo>
                <a:lnTo>
                  <a:pt x="46446" y="32147"/>
                </a:lnTo>
                <a:lnTo>
                  <a:pt x="21431" y="32147"/>
                </a:lnTo>
                <a:cubicBezTo>
                  <a:pt x="9611" y="32147"/>
                  <a:pt x="0" y="41757"/>
                  <a:pt x="0" y="53578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50019" y="160734"/>
                </a:lnTo>
                <a:cubicBezTo>
                  <a:pt x="161839" y="160734"/>
                  <a:pt x="171450" y="151124"/>
                  <a:pt x="171450" y="139303"/>
                </a:cubicBezTo>
                <a:lnTo>
                  <a:pt x="171450" y="53578"/>
                </a:lnTo>
                <a:cubicBezTo>
                  <a:pt x="171450" y="41757"/>
                  <a:pt x="161839" y="32147"/>
                  <a:pt x="150019" y="32147"/>
                </a:cubicBezTo>
                <a:lnTo>
                  <a:pt x="125004" y="32147"/>
                </a:lnTo>
                <a:lnTo>
                  <a:pt x="121522" y="21699"/>
                </a:lnTo>
                <a:cubicBezTo>
                  <a:pt x="119345" y="15136"/>
                  <a:pt x="113217" y="10716"/>
                  <a:pt x="106286" y="10716"/>
                </a:cubicBezTo>
                <a:lnTo>
                  <a:pt x="65164" y="10716"/>
                </a:lnTo>
                <a:cubicBezTo>
                  <a:pt x="58233" y="10716"/>
                  <a:pt x="52105" y="15136"/>
                  <a:pt x="49928" y="21699"/>
                </a:cubicBezTo>
                <a:close/>
                <a:moveTo>
                  <a:pt x="85725" y="64294"/>
                </a:moveTo>
                <a:cubicBezTo>
                  <a:pt x="103467" y="64294"/>
                  <a:pt x="117872" y="78698"/>
                  <a:pt x="117872" y="96441"/>
                </a:cubicBezTo>
                <a:cubicBezTo>
                  <a:pt x="117872" y="114183"/>
                  <a:pt x="103467" y="128588"/>
                  <a:pt x="85725" y="128588"/>
                </a:cubicBezTo>
                <a:cubicBezTo>
                  <a:pt x="67983" y="128588"/>
                  <a:pt x="53578" y="114183"/>
                  <a:pt x="53578" y="96441"/>
                </a:cubicBezTo>
                <a:cubicBezTo>
                  <a:pt x="53578" y="78698"/>
                  <a:pt x="67983" y="64294"/>
                  <a:pt x="85725" y="6429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8644" y="313753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45839" y="6251"/>
                </a:moveTo>
                <a:cubicBezTo>
                  <a:pt x="45839" y="2787"/>
                  <a:pt x="43052" y="0"/>
                  <a:pt x="39588" y="0"/>
                </a:cubicBezTo>
                <a:cubicBezTo>
                  <a:pt x="36124" y="0"/>
                  <a:pt x="33337" y="2787"/>
                  <a:pt x="33337" y="6251"/>
                </a:cubicBezTo>
                <a:lnTo>
                  <a:pt x="33337" y="16669"/>
                </a:lnTo>
                <a:cubicBezTo>
                  <a:pt x="24144" y="16669"/>
                  <a:pt x="16669" y="24144"/>
                  <a:pt x="16669" y="33337"/>
                </a:cubicBezTo>
                <a:lnTo>
                  <a:pt x="6251" y="33337"/>
                </a:lnTo>
                <a:cubicBezTo>
                  <a:pt x="2787" y="33337"/>
                  <a:pt x="0" y="36124"/>
                  <a:pt x="0" y="39588"/>
                </a:cubicBezTo>
                <a:cubicBezTo>
                  <a:pt x="0" y="43052"/>
                  <a:pt x="2787" y="45839"/>
                  <a:pt x="6251" y="45839"/>
                </a:cubicBezTo>
                <a:lnTo>
                  <a:pt x="16669" y="45839"/>
                </a:lnTo>
                <a:lnTo>
                  <a:pt x="16669" y="60424"/>
                </a:lnTo>
                <a:lnTo>
                  <a:pt x="6251" y="60424"/>
                </a:lnTo>
                <a:cubicBezTo>
                  <a:pt x="2787" y="60424"/>
                  <a:pt x="0" y="63211"/>
                  <a:pt x="0" y="66675"/>
                </a:cubicBezTo>
                <a:cubicBezTo>
                  <a:pt x="0" y="70139"/>
                  <a:pt x="2787" y="72926"/>
                  <a:pt x="6251" y="72926"/>
                </a:cubicBezTo>
                <a:lnTo>
                  <a:pt x="16669" y="72926"/>
                </a:lnTo>
                <a:lnTo>
                  <a:pt x="16669" y="87511"/>
                </a:lnTo>
                <a:lnTo>
                  <a:pt x="6251" y="87511"/>
                </a:lnTo>
                <a:cubicBezTo>
                  <a:pt x="2787" y="87511"/>
                  <a:pt x="0" y="90298"/>
                  <a:pt x="0" y="93762"/>
                </a:cubicBezTo>
                <a:cubicBezTo>
                  <a:pt x="0" y="97226"/>
                  <a:pt x="2787" y="100013"/>
                  <a:pt x="6251" y="100013"/>
                </a:cubicBezTo>
                <a:lnTo>
                  <a:pt x="16669" y="100013"/>
                </a:lnTo>
                <a:cubicBezTo>
                  <a:pt x="16669" y="109206"/>
                  <a:pt x="24144" y="116681"/>
                  <a:pt x="33337" y="116681"/>
                </a:cubicBezTo>
                <a:lnTo>
                  <a:pt x="33337" y="127099"/>
                </a:lnTo>
                <a:cubicBezTo>
                  <a:pt x="33337" y="130563"/>
                  <a:pt x="36124" y="133350"/>
                  <a:pt x="39588" y="133350"/>
                </a:cubicBezTo>
                <a:cubicBezTo>
                  <a:pt x="43052" y="133350"/>
                  <a:pt x="45839" y="130563"/>
                  <a:pt x="45839" y="127099"/>
                </a:cubicBezTo>
                <a:lnTo>
                  <a:pt x="45839" y="116681"/>
                </a:lnTo>
                <a:lnTo>
                  <a:pt x="60424" y="116681"/>
                </a:lnTo>
                <a:lnTo>
                  <a:pt x="60424" y="127099"/>
                </a:lnTo>
                <a:cubicBezTo>
                  <a:pt x="60424" y="130563"/>
                  <a:pt x="63211" y="133350"/>
                  <a:pt x="66675" y="133350"/>
                </a:cubicBezTo>
                <a:cubicBezTo>
                  <a:pt x="70139" y="133350"/>
                  <a:pt x="72926" y="130563"/>
                  <a:pt x="72926" y="127099"/>
                </a:cubicBezTo>
                <a:lnTo>
                  <a:pt x="72926" y="116681"/>
                </a:lnTo>
                <a:lnTo>
                  <a:pt x="87511" y="116681"/>
                </a:lnTo>
                <a:lnTo>
                  <a:pt x="87511" y="127099"/>
                </a:lnTo>
                <a:cubicBezTo>
                  <a:pt x="87511" y="130563"/>
                  <a:pt x="90298" y="133350"/>
                  <a:pt x="93762" y="133350"/>
                </a:cubicBezTo>
                <a:cubicBezTo>
                  <a:pt x="97226" y="133350"/>
                  <a:pt x="100013" y="130563"/>
                  <a:pt x="100013" y="127099"/>
                </a:cubicBezTo>
                <a:lnTo>
                  <a:pt x="100013" y="116681"/>
                </a:lnTo>
                <a:cubicBezTo>
                  <a:pt x="109206" y="116681"/>
                  <a:pt x="116681" y="109206"/>
                  <a:pt x="116681" y="100013"/>
                </a:cubicBezTo>
                <a:lnTo>
                  <a:pt x="127099" y="100013"/>
                </a:lnTo>
                <a:cubicBezTo>
                  <a:pt x="130563" y="100013"/>
                  <a:pt x="133350" y="97226"/>
                  <a:pt x="133350" y="93762"/>
                </a:cubicBezTo>
                <a:cubicBezTo>
                  <a:pt x="133350" y="90298"/>
                  <a:pt x="130563" y="87511"/>
                  <a:pt x="127099" y="87511"/>
                </a:cubicBezTo>
                <a:lnTo>
                  <a:pt x="116681" y="87511"/>
                </a:lnTo>
                <a:lnTo>
                  <a:pt x="116681" y="72926"/>
                </a:lnTo>
                <a:lnTo>
                  <a:pt x="127099" y="72926"/>
                </a:lnTo>
                <a:cubicBezTo>
                  <a:pt x="130563" y="72926"/>
                  <a:pt x="133350" y="70139"/>
                  <a:pt x="133350" y="66675"/>
                </a:cubicBezTo>
                <a:cubicBezTo>
                  <a:pt x="133350" y="63211"/>
                  <a:pt x="130563" y="60424"/>
                  <a:pt x="127099" y="60424"/>
                </a:cubicBezTo>
                <a:lnTo>
                  <a:pt x="116681" y="60424"/>
                </a:lnTo>
                <a:lnTo>
                  <a:pt x="116681" y="45839"/>
                </a:lnTo>
                <a:lnTo>
                  <a:pt x="127099" y="45839"/>
                </a:lnTo>
                <a:cubicBezTo>
                  <a:pt x="130563" y="45839"/>
                  <a:pt x="133350" y="43052"/>
                  <a:pt x="133350" y="39588"/>
                </a:cubicBezTo>
                <a:cubicBezTo>
                  <a:pt x="133350" y="36124"/>
                  <a:pt x="130563" y="33337"/>
                  <a:pt x="127099" y="33337"/>
                </a:cubicBez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100013" y="6251"/>
                </a:lnTo>
                <a:cubicBezTo>
                  <a:pt x="100013" y="2787"/>
                  <a:pt x="97226" y="0"/>
                  <a:pt x="93762" y="0"/>
                </a:cubicBezTo>
                <a:cubicBezTo>
                  <a:pt x="90298" y="0"/>
                  <a:pt x="87511" y="2787"/>
                  <a:pt x="87511" y="6251"/>
                </a:cubicBezTo>
                <a:lnTo>
                  <a:pt x="87511" y="16669"/>
                </a:lnTo>
                <a:lnTo>
                  <a:pt x="72926" y="16669"/>
                </a:lnTo>
                <a:lnTo>
                  <a:pt x="72926" y="6251"/>
                </a:lnTo>
                <a:cubicBezTo>
                  <a:pt x="72926" y="2787"/>
                  <a:pt x="70139" y="0"/>
                  <a:pt x="66675" y="0"/>
                </a:cubicBezTo>
                <a:cubicBezTo>
                  <a:pt x="63211" y="0"/>
                  <a:pt x="60424" y="2787"/>
                  <a:pt x="60424" y="6251"/>
                </a:cubicBezTo>
                <a:lnTo>
                  <a:pt x="60424" y="16669"/>
                </a:lnTo>
                <a:lnTo>
                  <a:pt x="45839" y="16669"/>
                </a:lnTo>
                <a:lnTo>
                  <a:pt x="45839" y="6251"/>
                </a:lnTo>
                <a:close/>
                <a:moveTo>
                  <a:pt x="41672" y="33337"/>
                </a:moveTo>
                <a:lnTo>
                  <a:pt x="91678" y="33337"/>
                </a:lnTo>
                <a:cubicBezTo>
                  <a:pt x="96288" y="33337"/>
                  <a:pt x="100013" y="37062"/>
                  <a:pt x="100013" y="41672"/>
                </a:cubicBezTo>
                <a:lnTo>
                  <a:pt x="100013" y="91678"/>
                </a:lnTo>
                <a:cubicBezTo>
                  <a:pt x="100013" y="96288"/>
                  <a:pt x="96288" y="100013"/>
                  <a:pt x="91678" y="100013"/>
                </a:cubicBezTo>
                <a:lnTo>
                  <a:pt x="41672" y="100013"/>
                </a:lnTo>
                <a:cubicBezTo>
                  <a:pt x="37062" y="100013"/>
                  <a:pt x="33337" y="96288"/>
                  <a:pt x="33337" y="91678"/>
                </a:cubicBezTo>
                <a:lnTo>
                  <a:pt x="33337" y="41672"/>
                </a:lnTo>
                <a:cubicBezTo>
                  <a:pt x="33337" y="37062"/>
                  <a:pt x="37062" y="33337"/>
                  <a:pt x="41672" y="33337"/>
                </a:cubicBezTo>
                <a:close/>
                <a:moveTo>
                  <a:pt x="45839" y="45839"/>
                </a:moveTo>
                <a:lnTo>
                  <a:pt x="45839" y="87511"/>
                </a:lnTo>
                <a:lnTo>
                  <a:pt x="87511" y="87511"/>
                </a:lnTo>
                <a:lnTo>
                  <a:pt x="87511" y="45839"/>
                </a:lnTo>
                <a:lnTo>
                  <a:pt x="45839" y="45839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6" name="Shape 24"/>
          <p:cNvSpPr/>
          <p:nvPr/>
        </p:nvSpPr>
        <p:spPr>
          <a:xfrm>
            <a:off x="4593431" y="313753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45839" y="6251"/>
                </a:moveTo>
                <a:cubicBezTo>
                  <a:pt x="45839" y="2787"/>
                  <a:pt x="43052" y="0"/>
                  <a:pt x="39588" y="0"/>
                </a:cubicBezTo>
                <a:cubicBezTo>
                  <a:pt x="36124" y="0"/>
                  <a:pt x="33337" y="2787"/>
                  <a:pt x="33337" y="6251"/>
                </a:cubicBezTo>
                <a:lnTo>
                  <a:pt x="33337" y="16669"/>
                </a:lnTo>
                <a:cubicBezTo>
                  <a:pt x="24144" y="16669"/>
                  <a:pt x="16669" y="24144"/>
                  <a:pt x="16669" y="33337"/>
                </a:cubicBezTo>
                <a:lnTo>
                  <a:pt x="6251" y="33337"/>
                </a:lnTo>
                <a:cubicBezTo>
                  <a:pt x="2787" y="33337"/>
                  <a:pt x="0" y="36124"/>
                  <a:pt x="0" y="39588"/>
                </a:cubicBezTo>
                <a:cubicBezTo>
                  <a:pt x="0" y="43052"/>
                  <a:pt x="2787" y="45839"/>
                  <a:pt x="6251" y="45839"/>
                </a:cubicBezTo>
                <a:lnTo>
                  <a:pt x="16669" y="45839"/>
                </a:lnTo>
                <a:lnTo>
                  <a:pt x="16669" y="60424"/>
                </a:lnTo>
                <a:lnTo>
                  <a:pt x="6251" y="60424"/>
                </a:lnTo>
                <a:cubicBezTo>
                  <a:pt x="2787" y="60424"/>
                  <a:pt x="0" y="63211"/>
                  <a:pt x="0" y="66675"/>
                </a:cubicBezTo>
                <a:cubicBezTo>
                  <a:pt x="0" y="70139"/>
                  <a:pt x="2787" y="72926"/>
                  <a:pt x="6251" y="72926"/>
                </a:cubicBezTo>
                <a:lnTo>
                  <a:pt x="16669" y="72926"/>
                </a:lnTo>
                <a:lnTo>
                  <a:pt x="16669" y="87511"/>
                </a:lnTo>
                <a:lnTo>
                  <a:pt x="6251" y="87511"/>
                </a:lnTo>
                <a:cubicBezTo>
                  <a:pt x="2787" y="87511"/>
                  <a:pt x="0" y="90298"/>
                  <a:pt x="0" y="93762"/>
                </a:cubicBezTo>
                <a:cubicBezTo>
                  <a:pt x="0" y="97226"/>
                  <a:pt x="2787" y="100013"/>
                  <a:pt x="6251" y="100013"/>
                </a:cubicBezTo>
                <a:lnTo>
                  <a:pt x="16669" y="100013"/>
                </a:lnTo>
                <a:cubicBezTo>
                  <a:pt x="16669" y="109206"/>
                  <a:pt x="24144" y="116681"/>
                  <a:pt x="33337" y="116681"/>
                </a:cubicBezTo>
                <a:lnTo>
                  <a:pt x="33337" y="127099"/>
                </a:lnTo>
                <a:cubicBezTo>
                  <a:pt x="33337" y="130563"/>
                  <a:pt x="36124" y="133350"/>
                  <a:pt x="39588" y="133350"/>
                </a:cubicBezTo>
                <a:cubicBezTo>
                  <a:pt x="43052" y="133350"/>
                  <a:pt x="45839" y="130563"/>
                  <a:pt x="45839" y="127099"/>
                </a:cubicBezTo>
                <a:lnTo>
                  <a:pt x="45839" y="116681"/>
                </a:lnTo>
                <a:lnTo>
                  <a:pt x="60424" y="116681"/>
                </a:lnTo>
                <a:lnTo>
                  <a:pt x="60424" y="127099"/>
                </a:lnTo>
                <a:cubicBezTo>
                  <a:pt x="60424" y="130563"/>
                  <a:pt x="63211" y="133350"/>
                  <a:pt x="66675" y="133350"/>
                </a:cubicBezTo>
                <a:cubicBezTo>
                  <a:pt x="70139" y="133350"/>
                  <a:pt x="72926" y="130563"/>
                  <a:pt x="72926" y="127099"/>
                </a:cubicBezTo>
                <a:lnTo>
                  <a:pt x="72926" y="116681"/>
                </a:lnTo>
                <a:lnTo>
                  <a:pt x="87511" y="116681"/>
                </a:lnTo>
                <a:lnTo>
                  <a:pt x="87511" y="127099"/>
                </a:lnTo>
                <a:cubicBezTo>
                  <a:pt x="87511" y="130563"/>
                  <a:pt x="90298" y="133350"/>
                  <a:pt x="93762" y="133350"/>
                </a:cubicBezTo>
                <a:cubicBezTo>
                  <a:pt x="97226" y="133350"/>
                  <a:pt x="100013" y="130563"/>
                  <a:pt x="100013" y="127099"/>
                </a:cubicBezTo>
                <a:lnTo>
                  <a:pt x="100013" y="116681"/>
                </a:lnTo>
                <a:cubicBezTo>
                  <a:pt x="109206" y="116681"/>
                  <a:pt x="116681" y="109206"/>
                  <a:pt x="116681" y="100013"/>
                </a:cubicBezTo>
                <a:lnTo>
                  <a:pt x="127099" y="100013"/>
                </a:lnTo>
                <a:cubicBezTo>
                  <a:pt x="130563" y="100013"/>
                  <a:pt x="133350" y="97226"/>
                  <a:pt x="133350" y="93762"/>
                </a:cubicBezTo>
                <a:cubicBezTo>
                  <a:pt x="133350" y="90298"/>
                  <a:pt x="130563" y="87511"/>
                  <a:pt x="127099" y="87511"/>
                </a:cubicBezTo>
                <a:lnTo>
                  <a:pt x="116681" y="87511"/>
                </a:lnTo>
                <a:lnTo>
                  <a:pt x="116681" y="72926"/>
                </a:lnTo>
                <a:lnTo>
                  <a:pt x="127099" y="72926"/>
                </a:lnTo>
                <a:cubicBezTo>
                  <a:pt x="130563" y="72926"/>
                  <a:pt x="133350" y="70139"/>
                  <a:pt x="133350" y="66675"/>
                </a:cubicBezTo>
                <a:cubicBezTo>
                  <a:pt x="133350" y="63211"/>
                  <a:pt x="130563" y="60424"/>
                  <a:pt x="127099" y="60424"/>
                </a:cubicBezTo>
                <a:lnTo>
                  <a:pt x="116681" y="60424"/>
                </a:lnTo>
                <a:lnTo>
                  <a:pt x="116681" y="45839"/>
                </a:lnTo>
                <a:lnTo>
                  <a:pt x="127099" y="45839"/>
                </a:lnTo>
                <a:cubicBezTo>
                  <a:pt x="130563" y="45839"/>
                  <a:pt x="133350" y="43052"/>
                  <a:pt x="133350" y="39588"/>
                </a:cubicBezTo>
                <a:cubicBezTo>
                  <a:pt x="133350" y="36124"/>
                  <a:pt x="130563" y="33337"/>
                  <a:pt x="127099" y="33337"/>
                </a:cubicBez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100013" y="6251"/>
                </a:lnTo>
                <a:cubicBezTo>
                  <a:pt x="100013" y="2787"/>
                  <a:pt x="97226" y="0"/>
                  <a:pt x="93762" y="0"/>
                </a:cubicBezTo>
                <a:cubicBezTo>
                  <a:pt x="90298" y="0"/>
                  <a:pt x="87511" y="2787"/>
                  <a:pt x="87511" y="6251"/>
                </a:cubicBezTo>
                <a:lnTo>
                  <a:pt x="87511" y="16669"/>
                </a:lnTo>
                <a:lnTo>
                  <a:pt x="72926" y="16669"/>
                </a:lnTo>
                <a:lnTo>
                  <a:pt x="72926" y="6251"/>
                </a:lnTo>
                <a:cubicBezTo>
                  <a:pt x="72926" y="2787"/>
                  <a:pt x="70139" y="0"/>
                  <a:pt x="66675" y="0"/>
                </a:cubicBezTo>
                <a:cubicBezTo>
                  <a:pt x="63211" y="0"/>
                  <a:pt x="60424" y="2787"/>
                  <a:pt x="60424" y="6251"/>
                </a:cubicBezTo>
                <a:lnTo>
                  <a:pt x="60424" y="16669"/>
                </a:lnTo>
                <a:lnTo>
                  <a:pt x="45839" y="16669"/>
                </a:lnTo>
                <a:lnTo>
                  <a:pt x="45839" y="6251"/>
                </a:lnTo>
                <a:close/>
                <a:moveTo>
                  <a:pt x="41672" y="33337"/>
                </a:moveTo>
                <a:lnTo>
                  <a:pt x="91678" y="33337"/>
                </a:lnTo>
                <a:cubicBezTo>
                  <a:pt x="96288" y="33337"/>
                  <a:pt x="100013" y="37062"/>
                  <a:pt x="100013" y="41672"/>
                </a:cubicBezTo>
                <a:lnTo>
                  <a:pt x="100013" y="91678"/>
                </a:lnTo>
                <a:cubicBezTo>
                  <a:pt x="100013" y="96288"/>
                  <a:pt x="96288" y="100013"/>
                  <a:pt x="91678" y="100013"/>
                </a:cubicBezTo>
                <a:lnTo>
                  <a:pt x="41672" y="100013"/>
                </a:lnTo>
                <a:cubicBezTo>
                  <a:pt x="37062" y="100013"/>
                  <a:pt x="33337" y="96288"/>
                  <a:pt x="33337" y="91678"/>
                </a:cubicBezTo>
                <a:lnTo>
                  <a:pt x="33337" y="41672"/>
                </a:lnTo>
                <a:cubicBezTo>
                  <a:pt x="33337" y="37062"/>
                  <a:pt x="37062" y="33337"/>
                  <a:pt x="41672" y="33337"/>
                </a:cubicBezTo>
                <a:close/>
                <a:moveTo>
                  <a:pt x="45839" y="45839"/>
                </a:moveTo>
                <a:lnTo>
                  <a:pt x="45839" y="87511"/>
                </a:lnTo>
                <a:lnTo>
                  <a:pt x="87511" y="87511"/>
                </a:lnTo>
                <a:lnTo>
                  <a:pt x="87511" y="45839"/>
                </a:lnTo>
                <a:lnTo>
                  <a:pt x="45839" y="45839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7" name="Shape 25"/>
          <p:cNvSpPr/>
          <p:nvPr/>
        </p:nvSpPr>
        <p:spPr>
          <a:xfrm>
            <a:off x="4798219" y="313753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45839" y="6251"/>
                </a:moveTo>
                <a:cubicBezTo>
                  <a:pt x="45839" y="2787"/>
                  <a:pt x="43052" y="0"/>
                  <a:pt x="39588" y="0"/>
                </a:cubicBezTo>
                <a:cubicBezTo>
                  <a:pt x="36124" y="0"/>
                  <a:pt x="33337" y="2787"/>
                  <a:pt x="33337" y="6251"/>
                </a:cubicBezTo>
                <a:lnTo>
                  <a:pt x="33337" y="16669"/>
                </a:lnTo>
                <a:cubicBezTo>
                  <a:pt x="24144" y="16669"/>
                  <a:pt x="16669" y="24144"/>
                  <a:pt x="16669" y="33337"/>
                </a:cubicBezTo>
                <a:lnTo>
                  <a:pt x="6251" y="33337"/>
                </a:lnTo>
                <a:cubicBezTo>
                  <a:pt x="2787" y="33337"/>
                  <a:pt x="0" y="36124"/>
                  <a:pt x="0" y="39588"/>
                </a:cubicBezTo>
                <a:cubicBezTo>
                  <a:pt x="0" y="43052"/>
                  <a:pt x="2787" y="45839"/>
                  <a:pt x="6251" y="45839"/>
                </a:cubicBezTo>
                <a:lnTo>
                  <a:pt x="16669" y="45839"/>
                </a:lnTo>
                <a:lnTo>
                  <a:pt x="16669" y="60424"/>
                </a:lnTo>
                <a:lnTo>
                  <a:pt x="6251" y="60424"/>
                </a:lnTo>
                <a:cubicBezTo>
                  <a:pt x="2787" y="60424"/>
                  <a:pt x="0" y="63211"/>
                  <a:pt x="0" y="66675"/>
                </a:cubicBezTo>
                <a:cubicBezTo>
                  <a:pt x="0" y="70139"/>
                  <a:pt x="2787" y="72926"/>
                  <a:pt x="6251" y="72926"/>
                </a:cubicBezTo>
                <a:lnTo>
                  <a:pt x="16669" y="72926"/>
                </a:lnTo>
                <a:lnTo>
                  <a:pt x="16669" y="87511"/>
                </a:lnTo>
                <a:lnTo>
                  <a:pt x="6251" y="87511"/>
                </a:lnTo>
                <a:cubicBezTo>
                  <a:pt x="2787" y="87511"/>
                  <a:pt x="0" y="90298"/>
                  <a:pt x="0" y="93762"/>
                </a:cubicBezTo>
                <a:cubicBezTo>
                  <a:pt x="0" y="97226"/>
                  <a:pt x="2787" y="100013"/>
                  <a:pt x="6251" y="100013"/>
                </a:cubicBezTo>
                <a:lnTo>
                  <a:pt x="16669" y="100013"/>
                </a:lnTo>
                <a:cubicBezTo>
                  <a:pt x="16669" y="109206"/>
                  <a:pt x="24144" y="116681"/>
                  <a:pt x="33337" y="116681"/>
                </a:cubicBezTo>
                <a:lnTo>
                  <a:pt x="33337" y="127099"/>
                </a:lnTo>
                <a:cubicBezTo>
                  <a:pt x="33337" y="130563"/>
                  <a:pt x="36124" y="133350"/>
                  <a:pt x="39588" y="133350"/>
                </a:cubicBezTo>
                <a:cubicBezTo>
                  <a:pt x="43052" y="133350"/>
                  <a:pt x="45839" y="130563"/>
                  <a:pt x="45839" y="127099"/>
                </a:cubicBezTo>
                <a:lnTo>
                  <a:pt x="45839" y="116681"/>
                </a:lnTo>
                <a:lnTo>
                  <a:pt x="60424" y="116681"/>
                </a:lnTo>
                <a:lnTo>
                  <a:pt x="60424" y="127099"/>
                </a:lnTo>
                <a:cubicBezTo>
                  <a:pt x="60424" y="130563"/>
                  <a:pt x="63211" y="133350"/>
                  <a:pt x="66675" y="133350"/>
                </a:cubicBezTo>
                <a:cubicBezTo>
                  <a:pt x="70139" y="133350"/>
                  <a:pt x="72926" y="130563"/>
                  <a:pt x="72926" y="127099"/>
                </a:cubicBezTo>
                <a:lnTo>
                  <a:pt x="72926" y="116681"/>
                </a:lnTo>
                <a:lnTo>
                  <a:pt x="87511" y="116681"/>
                </a:lnTo>
                <a:lnTo>
                  <a:pt x="87511" y="127099"/>
                </a:lnTo>
                <a:cubicBezTo>
                  <a:pt x="87511" y="130563"/>
                  <a:pt x="90298" y="133350"/>
                  <a:pt x="93762" y="133350"/>
                </a:cubicBezTo>
                <a:cubicBezTo>
                  <a:pt x="97226" y="133350"/>
                  <a:pt x="100013" y="130563"/>
                  <a:pt x="100013" y="127099"/>
                </a:cubicBezTo>
                <a:lnTo>
                  <a:pt x="100013" y="116681"/>
                </a:lnTo>
                <a:cubicBezTo>
                  <a:pt x="109206" y="116681"/>
                  <a:pt x="116681" y="109206"/>
                  <a:pt x="116681" y="100013"/>
                </a:cubicBezTo>
                <a:lnTo>
                  <a:pt x="127099" y="100013"/>
                </a:lnTo>
                <a:cubicBezTo>
                  <a:pt x="130563" y="100013"/>
                  <a:pt x="133350" y="97226"/>
                  <a:pt x="133350" y="93762"/>
                </a:cubicBezTo>
                <a:cubicBezTo>
                  <a:pt x="133350" y="90298"/>
                  <a:pt x="130563" y="87511"/>
                  <a:pt x="127099" y="87511"/>
                </a:cubicBezTo>
                <a:lnTo>
                  <a:pt x="116681" y="87511"/>
                </a:lnTo>
                <a:lnTo>
                  <a:pt x="116681" y="72926"/>
                </a:lnTo>
                <a:lnTo>
                  <a:pt x="127099" y="72926"/>
                </a:lnTo>
                <a:cubicBezTo>
                  <a:pt x="130563" y="72926"/>
                  <a:pt x="133350" y="70139"/>
                  <a:pt x="133350" y="66675"/>
                </a:cubicBezTo>
                <a:cubicBezTo>
                  <a:pt x="133350" y="63211"/>
                  <a:pt x="130563" y="60424"/>
                  <a:pt x="127099" y="60424"/>
                </a:cubicBezTo>
                <a:lnTo>
                  <a:pt x="116681" y="60424"/>
                </a:lnTo>
                <a:lnTo>
                  <a:pt x="116681" y="45839"/>
                </a:lnTo>
                <a:lnTo>
                  <a:pt x="127099" y="45839"/>
                </a:lnTo>
                <a:cubicBezTo>
                  <a:pt x="130563" y="45839"/>
                  <a:pt x="133350" y="43052"/>
                  <a:pt x="133350" y="39588"/>
                </a:cubicBezTo>
                <a:cubicBezTo>
                  <a:pt x="133350" y="36124"/>
                  <a:pt x="130563" y="33337"/>
                  <a:pt x="127099" y="33337"/>
                </a:cubicBez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100013" y="6251"/>
                </a:lnTo>
                <a:cubicBezTo>
                  <a:pt x="100013" y="2787"/>
                  <a:pt x="97226" y="0"/>
                  <a:pt x="93762" y="0"/>
                </a:cubicBezTo>
                <a:cubicBezTo>
                  <a:pt x="90298" y="0"/>
                  <a:pt x="87511" y="2787"/>
                  <a:pt x="87511" y="6251"/>
                </a:cubicBezTo>
                <a:lnTo>
                  <a:pt x="87511" y="16669"/>
                </a:lnTo>
                <a:lnTo>
                  <a:pt x="72926" y="16669"/>
                </a:lnTo>
                <a:lnTo>
                  <a:pt x="72926" y="6251"/>
                </a:lnTo>
                <a:cubicBezTo>
                  <a:pt x="72926" y="2787"/>
                  <a:pt x="70139" y="0"/>
                  <a:pt x="66675" y="0"/>
                </a:cubicBezTo>
                <a:cubicBezTo>
                  <a:pt x="63211" y="0"/>
                  <a:pt x="60424" y="2787"/>
                  <a:pt x="60424" y="6251"/>
                </a:cubicBezTo>
                <a:lnTo>
                  <a:pt x="60424" y="16669"/>
                </a:lnTo>
                <a:lnTo>
                  <a:pt x="45839" y="16669"/>
                </a:lnTo>
                <a:lnTo>
                  <a:pt x="45839" y="6251"/>
                </a:lnTo>
                <a:close/>
                <a:moveTo>
                  <a:pt x="41672" y="33337"/>
                </a:moveTo>
                <a:lnTo>
                  <a:pt x="91678" y="33337"/>
                </a:lnTo>
                <a:cubicBezTo>
                  <a:pt x="96288" y="33337"/>
                  <a:pt x="100013" y="37062"/>
                  <a:pt x="100013" y="41672"/>
                </a:cubicBezTo>
                <a:lnTo>
                  <a:pt x="100013" y="91678"/>
                </a:lnTo>
                <a:cubicBezTo>
                  <a:pt x="100013" y="96288"/>
                  <a:pt x="96288" y="100013"/>
                  <a:pt x="91678" y="100013"/>
                </a:cubicBezTo>
                <a:lnTo>
                  <a:pt x="41672" y="100013"/>
                </a:lnTo>
                <a:cubicBezTo>
                  <a:pt x="37062" y="100013"/>
                  <a:pt x="33337" y="96288"/>
                  <a:pt x="33337" y="91678"/>
                </a:cubicBezTo>
                <a:lnTo>
                  <a:pt x="33337" y="41672"/>
                </a:lnTo>
                <a:cubicBezTo>
                  <a:pt x="33337" y="37062"/>
                  <a:pt x="37062" y="33337"/>
                  <a:pt x="41672" y="33337"/>
                </a:cubicBezTo>
                <a:close/>
                <a:moveTo>
                  <a:pt x="45839" y="45839"/>
                </a:moveTo>
                <a:lnTo>
                  <a:pt x="45839" y="87511"/>
                </a:lnTo>
                <a:lnTo>
                  <a:pt x="87511" y="87511"/>
                </a:lnTo>
                <a:lnTo>
                  <a:pt x="87511" y="45839"/>
                </a:lnTo>
                <a:lnTo>
                  <a:pt x="45839" y="45839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3346133" y="3432814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₹23,250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hardware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46133" y="3661414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₹4,500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/month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79470" y="3928114"/>
            <a:ext cx="2552700" cy="228600"/>
          </a:xfrm>
          <a:custGeom>
            <a:avLst/>
            <a:gdLst/>
            <a:ahLst/>
            <a:cxnLst/>
            <a:rect l="l" t="t" r="r" b="b"/>
            <a:pathLst>
              <a:path w="2552700" h="2286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152401"/>
                </a:lnTo>
                <a:cubicBezTo>
                  <a:pt x="2552700" y="194484"/>
                  <a:pt x="2518584" y="228600"/>
                  <a:pt x="2476501" y="228600"/>
                </a:cubicBezTo>
                <a:lnTo>
                  <a:pt x="76199" y="228600"/>
                </a:lnTo>
                <a:cubicBezTo>
                  <a:pt x="34144" y="228600"/>
                  <a:pt x="0" y="194456"/>
                  <a:pt x="0" y="1524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388995" y="3966214"/>
            <a:ext cx="2533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transparency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37910" y="1543056"/>
            <a:ext cx="2788920" cy="2731770"/>
          </a:xfrm>
          <a:custGeom>
            <a:avLst/>
            <a:gdLst/>
            <a:ahLst/>
            <a:cxnLst/>
            <a:rect l="l" t="t" r="r" b="b"/>
            <a:pathLst>
              <a:path w="2788920" h="2731770">
                <a:moveTo>
                  <a:pt x="152405" y="0"/>
                </a:moveTo>
                <a:lnTo>
                  <a:pt x="2636515" y="0"/>
                </a:lnTo>
                <a:cubicBezTo>
                  <a:pt x="2720686" y="0"/>
                  <a:pt x="2788920" y="68234"/>
                  <a:pt x="2788920" y="152405"/>
                </a:cubicBezTo>
                <a:lnTo>
                  <a:pt x="2788920" y="2579365"/>
                </a:lnTo>
                <a:cubicBezTo>
                  <a:pt x="2788920" y="2663536"/>
                  <a:pt x="2720686" y="2731770"/>
                  <a:pt x="2636515" y="2731770"/>
                </a:cubicBezTo>
                <a:lnTo>
                  <a:pt x="152405" y="2731770"/>
                </a:lnTo>
                <a:cubicBezTo>
                  <a:pt x="68234" y="2731770"/>
                  <a:pt x="0" y="2663536"/>
                  <a:pt x="0" y="257936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75195" y="1668784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260033" y="0"/>
                </a:moveTo>
                <a:lnTo>
                  <a:pt x="260033" y="0"/>
                </a:lnTo>
                <a:cubicBezTo>
                  <a:pt x="403644" y="0"/>
                  <a:pt x="520065" y="116421"/>
                  <a:pt x="520065" y="260032"/>
                </a:cubicBezTo>
                <a:lnTo>
                  <a:pt x="520065" y="260033"/>
                </a:lnTo>
                <a:cubicBezTo>
                  <a:pt x="520065" y="403644"/>
                  <a:pt x="403644" y="520065"/>
                  <a:pt x="260033" y="520065"/>
                </a:cubicBezTo>
                <a:lnTo>
                  <a:pt x="260033" y="520065"/>
                </a:lnTo>
                <a:cubicBezTo>
                  <a:pt x="116421" y="520065"/>
                  <a:pt x="0" y="403644"/>
                  <a:pt x="0" y="260033"/>
                </a:cubicBezTo>
                <a:lnTo>
                  <a:pt x="0" y="260033"/>
                </a:lnTo>
                <a:cubicBezTo>
                  <a:pt x="0" y="116421"/>
                  <a:pt x="116421" y="0"/>
                  <a:pt x="260032" y="0"/>
                </a:cubicBezTo>
                <a:close/>
              </a:path>
            </a:pathLst>
          </a:custGeom>
          <a:solidFill>
            <a:srgbClr val="F97316">
              <a:alpha val="30196"/>
            </a:srgbClr>
          </a:solidFill>
          <a:ln w="2032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38549" y="1794514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13157" y="2270764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Multi-Location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22682" y="2575564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Franchise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29500" y="2880364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35719" y="0"/>
                </a:moveTo>
                <a:cubicBezTo>
                  <a:pt x="16018" y="0"/>
                  <a:pt x="0" y="16018"/>
                  <a:pt x="0" y="35719"/>
                </a:cubicBezTo>
                <a:lnTo>
                  <a:pt x="0" y="250031"/>
                </a:lnTo>
                <a:cubicBezTo>
                  <a:pt x="0" y="269732"/>
                  <a:pt x="16018" y="285750"/>
                  <a:pt x="35719" y="285750"/>
                </a:cubicBezTo>
                <a:lnTo>
                  <a:pt x="178594" y="285750"/>
                </a:lnTo>
                <a:cubicBezTo>
                  <a:pt x="198295" y="285750"/>
                  <a:pt x="214313" y="269732"/>
                  <a:pt x="214313" y="250031"/>
                </a:cubicBezTo>
                <a:lnTo>
                  <a:pt x="214313" y="35719"/>
                </a:lnTo>
                <a:cubicBezTo>
                  <a:pt x="214313" y="16018"/>
                  <a:pt x="198295" y="0"/>
                  <a:pt x="178594" y="0"/>
                </a:cubicBezTo>
                <a:lnTo>
                  <a:pt x="35719" y="0"/>
                </a:lnTo>
                <a:close/>
                <a:moveTo>
                  <a:pt x="98227" y="196453"/>
                </a:moveTo>
                <a:lnTo>
                  <a:pt x="116086" y="196453"/>
                </a:lnTo>
                <a:cubicBezTo>
                  <a:pt x="125964" y="196453"/>
                  <a:pt x="133945" y="204434"/>
                  <a:pt x="133945" y="214313"/>
                </a:cubicBezTo>
                <a:lnTo>
                  <a:pt x="133945" y="258961"/>
                </a:lnTo>
                <a:lnTo>
                  <a:pt x="80367" y="258961"/>
                </a:lnTo>
                <a:lnTo>
                  <a:pt x="80367" y="214313"/>
                </a:lnTo>
                <a:cubicBezTo>
                  <a:pt x="80367" y="204434"/>
                  <a:pt x="88348" y="196453"/>
                  <a:pt x="98227" y="196453"/>
                </a:cubicBezTo>
                <a:close/>
                <a:moveTo>
                  <a:pt x="53578" y="62508"/>
                </a:moveTo>
                <a:cubicBezTo>
                  <a:pt x="53578" y="57596"/>
                  <a:pt x="57596" y="53578"/>
                  <a:pt x="62508" y="53578"/>
                </a:cubicBezTo>
                <a:lnTo>
                  <a:pt x="80367" y="53578"/>
                </a:lnTo>
                <a:cubicBezTo>
                  <a:pt x="85279" y="53578"/>
                  <a:pt x="89297" y="57596"/>
                  <a:pt x="89297" y="62508"/>
                </a:cubicBezTo>
                <a:lnTo>
                  <a:pt x="89297" y="80367"/>
                </a:lnTo>
                <a:cubicBezTo>
                  <a:pt x="89297" y="85279"/>
                  <a:pt x="85279" y="89297"/>
                  <a:pt x="80367" y="89297"/>
                </a:cubicBezTo>
                <a:lnTo>
                  <a:pt x="62508" y="89297"/>
                </a:lnTo>
                <a:cubicBezTo>
                  <a:pt x="57596" y="89297"/>
                  <a:pt x="53578" y="85279"/>
                  <a:pt x="53578" y="80367"/>
                </a:cubicBezTo>
                <a:lnTo>
                  <a:pt x="53578" y="62508"/>
                </a:lnTo>
                <a:close/>
                <a:moveTo>
                  <a:pt x="133945" y="53578"/>
                </a:moveTo>
                <a:lnTo>
                  <a:pt x="151805" y="53578"/>
                </a:lnTo>
                <a:cubicBezTo>
                  <a:pt x="156716" y="53578"/>
                  <a:pt x="160734" y="57596"/>
                  <a:pt x="160734" y="62508"/>
                </a:cubicBezTo>
                <a:lnTo>
                  <a:pt x="160734" y="80367"/>
                </a:lnTo>
                <a:cubicBezTo>
                  <a:pt x="160734" y="85279"/>
                  <a:pt x="156716" y="89297"/>
                  <a:pt x="151805" y="89297"/>
                </a:cubicBezTo>
                <a:lnTo>
                  <a:pt x="133945" y="89297"/>
                </a:lnTo>
                <a:cubicBezTo>
                  <a:pt x="129034" y="89297"/>
                  <a:pt x="125016" y="85279"/>
                  <a:pt x="125016" y="80367"/>
                </a:cubicBezTo>
                <a:lnTo>
                  <a:pt x="125016" y="62508"/>
                </a:lnTo>
                <a:cubicBezTo>
                  <a:pt x="125016" y="57596"/>
                  <a:pt x="129034" y="53578"/>
                  <a:pt x="133945" y="53578"/>
                </a:cubicBezTo>
                <a:close/>
                <a:moveTo>
                  <a:pt x="53578" y="133945"/>
                </a:moveTo>
                <a:cubicBezTo>
                  <a:pt x="53578" y="129034"/>
                  <a:pt x="57596" y="125016"/>
                  <a:pt x="62508" y="125016"/>
                </a:cubicBezTo>
                <a:lnTo>
                  <a:pt x="80367" y="125016"/>
                </a:lnTo>
                <a:cubicBezTo>
                  <a:pt x="85279" y="125016"/>
                  <a:pt x="89297" y="129034"/>
                  <a:pt x="89297" y="133945"/>
                </a:cubicBezTo>
                <a:lnTo>
                  <a:pt x="89297" y="151805"/>
                </a:lnTo>
                <a:cubicBezTo>
                  <a:pt x="89297" y="156716"/>
                  <a:pt x="85279" y="160734"/>
                  <a:pt x="80367" y="160734"/>
                </a:cubicBezTo>
                <a:lnTo>
                  <a:pt x="62508" y="160734"/>
                </a:lnTo>
                <a:cubicBezTo>
                  <a:pt x="57596" y="160734"/>
                  <a:pt x="53578" y="156716"/>
                  <a:pt x="53578" y="151805"/>
                </a:cubicBezTo>
                <a:lnTo>
                  <a:pt x="53578" y="133945"/>
                </a:lnTo>
                <a:close/>
                <a:moveTo>
                  <a:pt x="133945" y="125016"/>
                </a:moveTo>
                <a:lnTo>
                  <a:pt x="151805" y="125016"/>
                </a:lnTo>
                <a:cubicBezTo>
                  <a:pt x="156716" y="125016"/>
                  <a:pt x="160734" y="129034"/>
                  <a:pt x="160734" y="133945"/>
                </a:cubicBezTo>
                <a:lnTo>
                  <a:pt x="160734" y="151805"/>
                </a:lnTo>
                <a:cubicBezTo>
                  <a:pt x="160734" y="156716"/>
                  <a:pt x="156716" y="160734"/>
                  <a:pt x="151805" y="160734"/>
                </a:cubicBezTo>
                <a:lnTo>
                  <a:pt x="133945" y="160734"/>
                </a:lnTo>
                <a:cubicBezTo>
                  <a:pt x="129034" y="160734"/>
                  <a:pt x="125016" y="156716"/>
                  <a:pt x="125016" y="151805"/>
                </a:cubicBezTo>
                <a:lnTo>
                  <a:pt x="125016" y="133945"/>
                </a:lnTo>
                <a:cubicBezTo>
                  <a:pt x="125016" y="129034"/>
                  <a:pt x="129034" y="125016"/>
                  <a:pt x="133945" y="125016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8" name="Shape 36"/>
          <p:cNvSpPr/>
          <p:nvPr/>
        </p:nvSpPr>
        <p:spPr>
          <a:xfrm>
            <a:off x="7296150" y="320421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3285" y="14466"/>
                </a:moveTo>
                <a:lnTo>
                  <a:pt x="30964" y="21431"/>
                </a:lnTo>
                <a:lnTo>
                  <a:pt x="14288" y="21431"/>
                </a:lnTo>
                <a:cubicBezTo>
                  <a:pt x="6407" y="21431"/>
                  <a:pt x="0" y="27838"/>
                  <a:pt x="0" y="35719"/>
                </a:cubicBezTo>
                <a:lnTo>
                  <a:pt x="0" y="92869"/>
                </a:lnTo>
                <a:cubicBezTo>
                  <a:pt x="0" y="100749"/>
                  <a:pt x="6407" y="107156"/>
                  <a:pt x="14288" y="107156"/>
                </a:cubicBezTo>
                <a:lnTo>
                  <a:pt x="100013" y="107156"/>
                </a:lnTo>
                <a:cubicBezTo>
                  <a:pt x="107893" y="107156"/>
                  <a:pt x="114300" y="100749"/>
                  <a:pt x="114300" y="92869"/>
                </a:cubicBezTo>
                <a:lnTo>
                  <a:pt x="114300" y="35719"/>
                </a:lnTo>
                <a:cubicBezTo>
                  <a:pt x="114300" y="27838"/>
                  <a:pt x="107893" y="21431"/>
                  <a:pt x="100013" y="21431"/>
                </a:cubicBezTo>
                <a:lnTo>
                  <a:pt x="83336" y="21431"/>
                </a:lnTo>
                <a:lnTo>
                  <a:pt x="81015" y="14466"/>
                </a:lnTo>
                <a:cubicBezTo>
                  <a:pt x="79564" y="10091"/>
                  <a:pt x="75478" y="7144"/>
                  <a:pt x="70857" y="7144"/>
                </a:cubicBezTo>
                <a:lnTo>
                  <a:pt x="43443" y="7144"/>
                </a:lnTo>
                <a:cubicBezTo>
                  <a:pt x="38822" y="7144"/>
                  <a:pt x="34736" y="10091"/>
                  <a:pt x="33285" y="14466"/>
                </a:cubicBezTo>
                <a:close/>
                <a:moveTo>
                  <a:pt x="57150" y="42863"/>
                </a:moveTo>
                <a:cubicBezTo>
                  <a:pt x="68978" y="42863"/>
                  <a:pt x="78581" y="52466"/>
                  <a:pt x="78581" y="64294"/>
                </a:cubicBezTo>
                <a:cubicBezTo>
                  <a:pt x="78581" y="76122"/>
                  <a:pt x="68978" y="85725"/>
                  <a:pt x="57150" y="85725"/>
                </a:cubicBezTo>
                <a:cubicBezTo>
                  <a:pt x="45322" y="85725"/>
                  <a:pt x="35719" y="76122"/>
                  <a:pt x="35719" y="64294"/>
                </a:cubicBezTo>
                <a:cubicBezTo>
                  <a:pt x="35719" y="52466"/>
                  <a:pt x="45322" y="42863"/>
                  <a:pt x="57150" y="4286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9" name="Shape 37"/>
          <p:cNvSpPr/>
          <p:nvPr/>
        </p:nvSpPr>
        <p:spPr>
          <a:xfrm>
            <a:off x="7477125" y="320421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3285" y="14466"/>
                </a:moveTo>
                <a:lnTo>
                  <a:pt x="30964" y="21431"/>
                </a:lnTo>
                <a:lnTo>
                  <a:pt x="14288" y="21431"/>
                </a:lnTo>
                <a:cubicBezTo>
                  <a:pt x="6407" y="21431"/>
                  <a:pt x="0" y="27838"/>
                  <a:pt x="0" y="35719"/>
                </a:cubicBezTo>
                <a:lnTo>
                  <a:pt x="0" y="92869"/>
                </a:lnTo>
                <a:cubicBezTo>
                  <a:pt x="0" y="100749"/>
                  <a:pt x="6407" y="107156"/>
                  <a:pt x="14288" y="107156"/>
                </a:cubicBezTo>
                <a:lnTo>
                  <a:pt x="100013" y="107156"/>
                </a:lnTo>
                <a:cubicBezTo>
                  <a:pt x="107893" y="107156"/>
                  <a:pt x="114300" y="100749"/>
                  <a:pt x="114300" y="92869"/>
                </a:cubicBezTo>
                <a:lnTo>
                  <a:pt x="114300" y="35719"/>
                </a:lnTo>
                <a:cubicBezTo>
                  <a:pt x="114300" y="27838"/>
                  <a:pt x="107893" y="21431"/>
                  <a:pt x="100013" y="21431"/>
                </a:cubicBezTo>
                <a:lnTo>
                  <a:pt x="83336" y="21431"/>
                </a:lnTo>
                <a:lnTo>
                  <a:pt x="81015" y="14466"/>
                </a:lnTo>
                <a:cubicBezTo>
                  <a:pt x="79564" y="10091"/>
                  <a:pt x="75478" y="7144"/>
                  <a:pt x="70857" y="7144"/>
                </a:cubicBezTo>
                <a:lnTo>
                  <a:pt x="43443" y="7144"/>
                </a:lnTo>
                <a:cubicBezTo>
                  <a:pt x="38822" y="7144"/>
                  <a:pt x="34736" y="10091"/>
                  <a:pt x="33285" y="14466"/>
                </a:cubicBezTo>
                <a:close/>
                <a:moveTo>
                  <a:pt x="57150" y="42863"/>
                </a:moveTo>
                <a:cubicBezTo>
                  <a:pt x="68978" y="42863"/>
                  <a:pt x="78581" y="52466"/>
                  <a:pt x="78581" y="64294"/>
                </a:cubicBezTo>
                <a:cubicBezTo>
                  <a:pt x="78581" y="76122"/>
                  <a:pt x="68978" y="85725"/>
                  <a:pt x="57150" y="85725"/>
                </a:cubicBezTo>
                <a:cubicBezTo>
                  <a:pt x="45322" y="85725"/>
                  <a:pt x="35719" y="76122"/>
                  <a:pt x="35719" y="64294"/>
                </a:cubicBezTo>
                <a:cubicBezTo>
                  <a:pt x="35719" y="52466"/>
                  <a:pt x="45322" y="42863"/>
                  <a:pt x="57150" y="4286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0" name="Shape 38"/>
          <p:cNvSpPr/>
          <p:nvPr/>
        </p:nvSpPr>
        <p:spPr>
          <a:xfrm>
            <a:off x="7665244" y="320421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0" y="57150"/>
                </a:moveTo>
                <a:cubicBezTo>
                  <a:pt x="0" y="50250"/>
                  <a:pt x="5602" y="44648"/>
                  <a:pt x="12502" y="44648"/>
                </a:cubicBezTo>
                <a:cubicBezTo>
                  <a:pt x="19401" y="44648"/>
                  <a:pt x="25003" y="50250"/>
                  <a:pt x="25003" y="57150"/>
                </a:cubicBezTo>
                <a:cubicBezTo>
                  <a:pt x="25003" y="64050"/>
                  <a:pt x="19401" y="69652"/>
                  <a:pt x="12502" y="69652"/>
                </a:cubicBezTo>
                <a:cubicBezTo>
                  <a:pt x="5602" y="69652"/>
                  <a:pt x="0" y="64050"/>
                  <a:pt x="0" y="57150"/>
                </a:cubicBezTo>
                <a:close/>
                <a:moveTo>
                  <a:pt x="37505" y="57150"/>
                </a:moveTo>
                <a:cubicBezTo>
                  <a:pt x="37505" y="50250"/>
                  <a:pt x="43106" y="44648"/>
                  <a:pt x="50006" y="44648"/>
                </a:cubicBezTo>
                <a:cubicBezTo>
                  <a:pt x="56906" y="44648"/>
                  <a:pt x="62508" y="50250"/>
                  <a:pt x="62508" y="57150"/>
                </a:cubicBezTo>
                <a:cubicBezTo>
                  <a:pt x="62508" y="64050"/>
                  <a:pt x="56906" y="69652"/>
                  <a:pt x="50006" y="69652"/>
                </a:cubicBezTo>
                <a:cubicBezTo>
                  <a:pt x="43106" y="69652"/>
                  <a:pt x="37505" y="64050"/>
                  <a:pt x="37505" y="57150"/>
                </a:cubicBezTo>
                <a:close/>
                <a:moveTo>
                  <a:pt x="87511" y="44648"/>
                </a:moveTo>
                <a:cubicBezTo>
                  <a:pt x="94411" y="44648"/>
                  <a:pt x="100013" y="50250"/>
                  <a:pt x="100013" y="57150"/>
                </a:cubicBezTo>
                <a:cubicBezTo>
                  <a:pt x="100013" y="64050"/>
                  <a:pt x="94411" y="69652"/>
                  <a:pt x="87511" y="69652"/>
                </a:cubicBezTo>
                <a:cubicBezTo>
                  <a:pt x="80611" y="69652"/>
                  <a:pt x="75009" y="64050"/>
                  <a:pt x="75009" y="57150"/>
                </a:cubicBezTo>
                <a:cubicBezTo>
                  <a:pt x="75009" y="50250"/>
                  <a:pt x="80611" y="44648"/>
                  <a:pt x="87511" y="44648"/>
                </a:cubicBezTo>
                <a:close/>
              </a:path>
            </a:pathLst>
          </a:custGeom>
          <a:solidFill>
            <a:srgbClr val="F1F5F9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222682" y="3432814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₹77,500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hardware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22682" y="3661414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₹15,000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/month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56020" y="3928114"/>
            <a:ext cx="2552700" cy="228600"/>
          </a:xfrm>
          <a:custGeom>
            <a:avLst/>
            <a:gdLst/>
            <a:ahLst/>
            <a:cxnLst/>
            <a:rect l="l" t="t" r="r" b="b"/>
            <a:pathLst>
              <a:path w="2552700" h="2286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152401"/>
                </a:lnTo>
                <a:cubicBezTo>
                  <a:pt x="2552700" y="194484"/>
                  <a:pt x="2518584" y="228600"/>
                  <a:pt x="2476501" y="228600"/>
                </a:cubicBezTo>
                <a:lnTo>
                  <a:pt x="76199" y="228600"/>
                </a:lnTo>
                <a:cubicBezTo>
                  <a:pt x="34144" y="228600"/>
                  <a:pt x="0" y="194456"/>
                  <a:pt x="0" y="1524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265545" y="3966214"/>
            <a:ext cx="2533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2-3 locations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14460" y="1543056"/>
            <a:ext cx="2788920" cy="2731770"/>
          </a:xfrm>
          <a:custGeom>
            <a:avLst/>
            <a:gdLst/>
            <a:ahLst/>
            <a:cxnLst/>
            <a:rect l="l" t="t" r="r" b="b"/>
            <a:pathLst>
              <a:path w="2788920" h="2731770">
                <a:moveTo>
                  <a:pt x="152405" y="0"/>
                </a:moveTo>
                <a:lnTo>
                  <a:pt x="2636515" y="0"/>
                </a:lnTo>
                <a:cubicBezTo>
                  <a:pt x="2720686" y="0"/>
                  <a:pt x="2788920" y="68234"/>
                  <a:pt x="2788920" y="152405"/>
                </a:cubicBezTo>
                <a:lnTo>
                  <a:pt x="2788920" y="2579365"/>
                </a:lnTo>
                <a:cubicBezTo>
                  <a:pt x="2788920" y="2663536"/>
                  <a:pt x="2720686" y="2731770"/>
                  <a:pt x="2636515" y="2731770"/>
                </a:cubicBezTo>
                <a:lnTo>
                  <a:pt x="152405" y="2731770"/>
                </a:lnTo>
                <a:cubicBezTo>
                  <a:pt x="68234" y="2731770"/>
                  <a:pt x="0" y="2663536"/>
                  <a:pt x="0" y="257936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51745" y="1668784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260033" y="0"/>
                </a:moveTo>
                <a:lnTo>
                  <a:pt x="260033" y="0"/>
                </a:lnTo>
                <a:cubicBezTo>
                  <a:pt x="403644" y="0"/>
                  <a:pt x="520065" y="116421"/>
                  <a:pt x="520065" y="260032"/>
                </a:cubicBezTo>
                <a:lnTo>
                  <a:pt x="520065" y="260033"/>
                </a:lnTo>
                <a:cubicBezTo>
                  <a:pt x="520065" y="403644"/>
                  <a:pt x="403644" y="520065"/>
                  <a:pt x="260033" y="520065"/>
                </a:cubicBezTo>
                <a:lnTo>
                  <a:pt x="260033" y="520065"/>
                </a:lnTo>
                <a:cubicBezTo>
                  <a:pt x="116421" y="520065"/>
                  <a:pt x="0" y="403644"/>
                  <a:pt x="0" y="260033"/>
                </a:cubicBezTo>
                <a:lnTo>
                  <a:pt x="0" y="260033"/>
                </a:lnTo>
                <a:cubicBezTo>
                  <a:pt x="0" y="116421"/>
                  <a:pt x="116421" y="0"/>
                  <a:pt x="260032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 w="2032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43185" y="1794514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50+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089707" y="2270764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099232" y="2575564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252472" y="2880364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8594" y="0"/>
                </a:moveTo>
                <a:cubicBezTo>
                  <a:pt x="158893" y="0"/>
                  <a:pt x="142875" y="16018"/>
                  <a:pt x="142875" y="35719"/>
                </a:cubicBezTo>
                <a:lnTo>
                  <a:pt x="142875" y="53578"/>
                </a:lnTo>
                <a:lnTo>
                  <a:pt x="116086" y="53578"/>
                </a:lnTo>
                <a:lnTo>
                  <a:pt x="116086" y="13395"/>
                </a:lnTo>
                <a:cubicBezTo>
                  <a:pt x="116086" y="5972"/>
                  <a:pt x="110114" y="0"/>
                  <a:pt x="102691" y="0"/>
                </a:cubicBezTo>
                <a:cubicBezTo>
                  <a:pt x="95269" y="0"/>
                  <a:pt x="89297" y="5972"/>
                  <a:pt x="89297" y="13395"/>
                </a:cubicBezTo>
                <a:lnTo>
                  <a:pt x="89297" y="53578"/>
                </a:lnTo>
                <a:lnTo>
                  <a:pt x="53578" y="53578"/>
                </a:lnTo>
                <a:lnTo>
                  <a:pt x="53578" y="13395"/>
                </a:lnTo>
                <a:cubicBezTo>
                  <a:pt x="53578" y="5972"/>
                  <a:pt x="47606" y="0"/>
                  <a:pt x="40184" y="0"/>
                </a:cubicBezTo>
                <a:cubicBezTo>
                  <a:pt x="32761" y="0"/>
                  <a:pt x="26789" y="5972"/>
                  <a:pt x="26789" y="13395"/>
                </a:cubicBezTo>
                <a:lnTo>
                  <a:pt x="26789" y="54694"/>
                </a:lnTo>
                <a:cubicBezTo>
                  <a:pt x="11385" y="58657"/>
                  <a:pt x="0" y="72665"/>
                  <a:pt x="0" y="89297"/>
                </a:cubicBezTo>
                <a:lnTo>
                  <a:pt x="0" y="250031"/>
                </a:lnTo>
                <a:cubicBezTo>
                  <a:pt x="0" y="269732"/>
                  <a:pt x="16018" y="285750"/>
                  <a:pt x="35719" y="285750"/>
                </a:cubicBezTo>
                <a:lnTo>
                  <a:pt x="285750" y="285750"/>
                </a:lnTo>
                <a:cubicBezTo>
                  <a:pt x="305451" y="285750"/>
                  <a:pt x="321469" y="269732"/>
                  <a:pt x="321469" y="250031"/>
                </a:cubicBezTo>
                <a:lnTo>
                  <a:pt x="321469" y="142875"/>
                </a:lnTo>
                <a:cubicBezTo>
                  <a:pt x="321469" y="123174"/>
                  <a:pt x="305451" y="107156"/>
                  <a:pt x="285750" y="107156"/>
                </a:cubicBezTo>
                <a:lnTo>
                  <a:pt x="250031" y="107156"/>
                </a:lnTo>
                <a:lnTo>
                  <a:pt x="250031" y="35719"/>
                </a:lnTo>
                <a:cubicBezTo>
                  <a:pt x="250031" y="16018"/>
                  <a:pt x="234014" y="0"/>
                  <a:pt x="214313" y="0"/>
                </a:cubicBezTo>
                <a:lnTo>
                  <a:pt x="178594" y="0"/>
                </a:lnTo>
                <a:close/>
                <a:moveTo>
                  <a:pt x="214313" y="62508"/>
                </a:moveTo>
                <a:lnTo>
                  <a:pt x="214313" y="80367"/>
                </a:lnTo>
                <a:cubicBezTo>
                  <a:pt x="214313" y="85279"/>
                  <a:pt x="210294" y="89297"/>
                  <a:pt x="205383" y="89297"/>
                </a:cubicBezTo>
                <a:lnTo>
                  <a:pt x="187523" y="89297"/>
                </a:lnTo>
                <a:cubicBezTo>
                  <a:pt x="182612" y="89297"/>
                  <a:pt x="178594" y="85279"/>
                  <a:pt x="178594" y="80367"/>
                </a:cubicBezTo>
                <a:lnTo>
                  <a:pt x="178594" y="62508"/>
                </a:lnTo>
                <a:cubicBezTo>
                  <a:pt x="178594" y="57596"/>
                  <a:pt x="182612" y="53578"/>
                  <a:pt x="187523" y="53578"/>
                </a:cubicBezTo>
                <a:lnTo>
                  <a:pt x="205383" y="53578"/>
                </a:lnTo>
                <a:cubicBezTo>
                  <a:pt x="210294" y="53578"/>
                  <a:pt x="214313" y="57596"/>
                  <a:pt x="214313" y="62508"/>
                </a:cubicBezTo>
                <a:close/>
                <a:moveTo>
                  <a:pt x="205383" y="107156"/>
                </a:moveTo>
                <a:cubicBezTo>
                  <a:pt x="210294" y="107156"/>
                  <a:pt x="214313" y="111175"/>
                  <a:pt x="214313" y="116086"/>
                </a:cubicBezTo>
                <a:lnTo>
                  <a:pt x="214313" y="133945"/>
                </a:lnTo>
                <a:cubicBezTo>
                  <a:pt x="214313" y="138857"/>
                  <a:pt x="210294" y="142875"/>
                  <a:pt x="205383" y="142875"/>
                </a:cubicBezTo>
                <a:lnTo>
                  <a:pt x="187523" y="142875"/>
                </a:lnTo>
                <a:cubicBezTo>
                  <a:pt x="182612" y="142875"/>
                  <a:pt x="178594" y="138857"/>
                  <a:pt x="178594" y="133945"/>
                </a:cubicBezTo>
                <a:lnTo>
                  <a:pt x="178594" y="116086"/>
                </a:lnTo>
                <a:cubicBezTo>
                  <a:pt x="178594" y="111175"/>
                  <a:pt x="182612" y="107156"/>
                  <a:pt x="187523" y="107156"/>
                </a:cubicBezTo>
                <a:lnTo>
                  <a:pt x="205383" y="107156"/>
                </a:lnTo>
                <a:close/>
                <a:moveTo>
                  <a:pt x="214313" y="169664"/>
                </a:moveTo>
                <a:lnTo>
                  <a:pt x="214313" y="187523"/>
                </a:lnTo>
                <a:cubicBezTo>
                  <a:pt x="214313" y="192435"/>
                  <a:pt x="210294" y="196453"/>
                  <a:pt x="205383" y="196453"/>
                </a:cubicBezTo>
                <a:lnTo>
                  <a:pt x="187523" y="196453"/>
                </a:lnTo>
                <a:cubicBezTo>
                  <a:pt x="182612" y="196453"/>
                  <a:pt x="178594" y="192435"/>
                  <a:pt x="178594" y="187523"/>
                </a:cubicBezTo>
                <a:lnTo>
                  <a:pt x="178594" y="169664"/>
                </a:lnTo>
                <a:cubicBezTo>
                  <a:pt x="178594" y="164753"/>
                  <a:pt x="182612" y="160734"/>
                  <a:pt x="187523" y="160734"/>
                </a:cubicBezTo>
                <a:lnTo>
                  <a:pt x="205383" y="160734"/>
                </a:lnTo>
                <a:cubicBezTo>
                  <a:pt x="210294" y="160734"/>
                  <a:pt x="214313" y="164753"/>
                  <a:pt x="214313" y="169664"/>
                </a:cubicBezTo>
                <a:close/>
                <a:moveTo>
                  <a:pt x="276820" y="160734"/>
                </a:moveTo>
                <a:cubicBezTo>
                  <a:pt x="281732" y="160734"/>
                  <a:pt x="285750" y="164753"/>
                  <a:pt x="285750" y="169664"/>
                </a:cubicBezTo>
                <a:lnTo>
                  <a:pt x="285750" y="187523"/>
                </a:lnTo>
                <a:cubicBezTo>
                  <a:pt x="285750" y="192435"/>
                  <a:pt x="281732" y="196453"/>
                  <a:pt x="276820" y="196453"/>
                </a:cubicBezTo>
                <a:lnTo>
                  <a:pt x="258961" y="196453"/>
                </a:lnTo>
                <a:cubicBezTo>
                  <a:pt x="254050" y="196453"/>
                  <a:pt x="250031" y="192435"/>
                  <a:pt x="250031" y="187523"/>
                </a:cubicBezTo>
                <a:lnTo>
                  <a:pt x="250031" y="169664"/>
                </a:lnTo>
                <a:cubicBezTo>
                  <a:pt x="250031" y="164753"/>
                  <a:pt x="254050" y="160734"/>
                  <a:pt x="258961" y="160734"/>
                </a:cubicBezTo>
                <a:lnTo>
                  <a:pt x="276820" y="160734"/>
                </a:lnTo>
                <a:close/>
                <a:moveTo>
                  <a:pt x="142875" y="169664"/>
                </a:moveTo>
                <a:lnTo>
                  <a:pt x="142875" y="187523"/>
                </a:lnTo>
                <a:cubicBezTo>
                  <a:pt x="142875" y="192435"/>
                  <a:pt x="138857" y="196453"/>
                  <a:pt x="133945" y="196453"/>
                </a:cubicBezTo>
                <a:lnTo>
                  <a:pt x="116086" y="196453"/>
                </a:lnTo>
                <a:cubicBezTo>
                  <a:pt x="111175" y="196453"/>
                  <a:pt x="107156" y="192435"/>
                  <a:pt x="107156" y="187523"/>
                </a:cubicBezTo>
                <a:lnTo>
                  <a:pt x="107156" y="169664"/>
                </a:lnTo>
                <a:cubicBezTo>
                  <a:pt x="107156" y="164753"/>
                  <a:pt x="111175" y="160734"/>
                  <a:pt x="116086" y="160734"/>
                </a:cubicBezTo>
                <a:lnTo>
                  <a:pt x="133945" y="160734"/>
                </a:lnTo>
                <a:cubicBezTo>
                  <a:pt x="138857" y="160734"/>
                  <a:pt x="142875" y="164753"/>
                  <a:pt x="142875" y="169664"/>
                </a:cubicBezTo>
                <a:close/>
                <a:moveTo>
                  <a:pt x="133945" y="107156"/>
                </a:moveTo>
                <a:cubicBezTo>
                  <a:pt x="138857" y="107156"/>
                  <a:pt x="142875" y="111175"/>
                  <a:pt x="142875" y="116086"/>
                </a:cubicBezTo>
                <a:lnTo>
                  <a:pt x="142875" y="133945"/>
                </a:lnTo>
                <a:cubicBezTo>
                  <a:pt x="142875" y="138857"/>
                  <a:pt x="138857" y="142875"/>
                  <a:pt x="133945" y="142875"/>
                </a:cubicBezTo>
                <a:lnTo>
                  <a:pt x="116086" y="142875"/>
                </a:lnTo>
                <a:cubicBezTo>
                  <a:pt x="111175" y="142875"/>
                  <a:pt x="107156" y="138857"/>
                  <a:pt x="107156" y="133945"/>
                </a:cubicBezTo>
                <a:lnTo>
                  <a:pt x="107156" y="116086"/>
                </a:lnTo>
                <a:cubicBezTo>
                  <a:pt x="107156" y="111175"/>
                  <a:pt x="111175" y="107156"/>
                  <a:pt x="116086" y="107156"/>
                </a:cubicBezTo>
                <a:lnTo>
                  <a:pt x="133945" y="107156"/>
                </a:lnTo>
                <a:close/>
                <a:moveTo>
                  <a:pt x="71438" y="169664"/>
                </a:moveTo>
                <a:lnTo>
                  <a:pt x="71438" y="187523"/>
                </a:lnTo>
                <a:cubicBezTo>
                  <a:pt x="71438" y="192435"/>
                  <a:pt x="67419" y="196453"/>
                  <a:pt x="62508" y="196453"/>
                </a:cubicBezTo>
                <a:lnTo>
                  <a:pt x="44648" y="196453"/>
                </a:lnTo>
                <a:cubicBezTo>
                  <a:pt x="39737" y="196453"/>
                  <a:pt x="35719" y="192435"/>
                  <a:pt x="35719" y="187523"/>
                </a:cubicBezTo>
                <a:lnTo>
                  <a:pt x="35719" y="169664"/>
                </a:lnTo>
                <a:cubicBezTo>
                  <a:pt x="35719" y="164753"/>
                  <a:pt x="39737" y="160734"/>
                  <a:pt x="44648" y="160734"/>
                </a:cubicBezTo>
                <a:lnTo>
                  <a:pt x="62508" y="160734"/>
                </a:lnTo>
                <a:cubicBezTo>
                  <a:pt x="67419" y="160734"/>
                  <a:pt x="71438" y="164753"/>
                  <a:pt x="71438" y="169664"/>
                </a:cubicBezTo>
                <a:close/>
                <a:moveTo>
                  <a:pt x="62508" y="107156"/>
                </a:moveTo>
                <a:cubicBezTo>
                  <a:pt x="67419" y="107156"/>
                  <a:pt x="71438" y="111175"/>
                  <a:pt x="71438" y="116086"/>
                </a:cubicBezTo>
                <a:lnTo>
                  <a:pt x="71438" y="133945"/>
                </a:lnTo>
                <a:cubicBezTo>
                  <a:pt x="71438" y="138857"/>
                  <a:pt x="67419" y="142875"/>
                  <a:pt x="62508" y="142875"/>
                </a:cubicBezTo>
                <a:lnTo>
                  <a:pt x="44648" y="142875"/>
                </a:lnTo>
                <a:cubicBezTo>
                  <a:pt x="39737" y="142875"/>
                  <a:pt x="35719" y="138857"/>
                  <a:pt x="35719" y="133945"/>
                </a:cubicBezTo>
                <a:lnTo>
                  <a:pt x="35719" y="116086"/>
                </a:lnTo>
                <a:cubicBezTo>
                  <a:pt x="35719" y="111175"/>
                  <a:pt x="39737" y="107156"/>
                  <a:pt x="44648" y="107156"/>
                </a:cubicBezTo>
                <a:lnTo>
                  <a:pt x="62508" y="107156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1" name="Shape 49"/>
          <p:cNvSpPr/>
          <p:nvPr/>
        </p:nvSpPr>
        <p:spPr>
          <a:xfrm>
            <a:off x="10186988" y="3204214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4288" y="0"/>
                </a:moveTo>
                <a:cubicBezTo>
                  <a:pt x="6407" y="0"/>
                  <a:pt x="0" y="6407"/>
                  <a:pt x="0" y="14288"/>
                </a:cubicBezTo>
                <a:lnTo>
                  <a:pt x="0" y="100013"/>
                </a:lnTo>
                <a:cubicBezTo>
                  <a:pt x="0" y="107893"/>
                  <a:pt x="6407" y="114300"/>
                  <a:pt x="14288" y="114300"/>
                </a:cubicBezTo>
                <a:lnTo>
                  <a:pt x="71438" y="114300"/>
                </a:lnTo>
                <a:cubicBezTo>
                  <a:pt x="79318" y="114300"/>
                  <a:pt x="85725" y="107893"/>
                  <a:pt x="85725" y="100013"/>
                </a:cubicBezTo>
                <a:lnTo>
                  <a:pt x="85725" y="14288"/>
                </a:lnTo>
                <a:cubicBezTo>
                  <a:pt x="85725" y="6407"/>
                  <a:pt x="79318" y="0"/>
                  <a:pt x="71438" y="0"/>
                </a:cubicBezTo>
                <a:lnTo>
                  <a:pt x="14288" y="0"/>
                </a:lnTo>
                <a:close/>
                <a:moveTo>
                  <a:pt x="39291" y="78581"/>
                </a:moveTo>
                <a:lnTo>
                  <a:pt x="46434" y="78581"/>
                </a:lnTo>
                <a:cubicBezTo>
                  <a:pt x="50386" y="78581"/>
                  <a:pt x="53578" y="81774"/>
                  <a:pt x="53578" y="85725"/>
                </a:cubicBezTo>
                <a:lnTo>
                  <a:pt x="53578" y="103584"/>
                </a:lnTo>
                <a:lnTo>
                  <a:pt x="32147" y="103584"/>
                </a:lnTo>
                <a:lnTo>
                  <a:pt x="32147" y="85725"/>
                </a:lnTo>
                <a:cubicBezTo>
                  <a:pt x="32147" y="81774"/>
                  <a:pt x="35339" y="78581"/>
                  <a:pt x="39291" y="78581"/>
                </a:cubicBezTo>
                <a:close/>
                <a:moveTo>
                  <a:pt x="21431" y="25003"/>
                </a:moveTo>
                <a:cubicBezTo>
                  <a:pt x="21431" y="23039"/>
                  <a:pt x="23039" y="21431"/>
                  <a:pt x="25003" y="21431"/>
                </a:cubicBezTo>
                <a:lnTo>
                  <a:pt x="32147" y="21431"/>
                </a:lnTo>
                <a:cubicBezTo>
                  <a:pt x="34111" y="21431"/>
                  <a:pt x="35719" y="23039"/>
                  <a:pt x="35719" y="25003"/>
                </a:cubicBezTo>
                <a:lnTo>
                  <a:pt x="35719" y="32147"/>
                </a:lnTo>
                <a:cubicBezTo>
                  <a:pt x="35719" y="34111"/>
                  <a:pt x="34111" y="35719"/>
                  <a:pt x="32147" y="35719"/>
                </a:cubicBezTo>
                <a:lnTo>
                  <a:pt x="25003" y="35719"/>
                </a:lnTo>
                <a:cubicBezTo>
                  <a:pt x="23039" y="35719"/>
                  <a:pt x="21431" y="34111"/>
                  <a:pt x="21431" y="32147"/>
                </a:cubicBezTo>
                <a:lnTo>
                  <a:pt x="21431" y="25003"/>
                </a:lnTo>
                <a:close/>
                <a:moveTo>
                  <a:pt x="53578" y="21431"/>
                </a:moveTo>
                <a:lnTo>
                  <a:pt x="60722" y="21431"/>
                </a:lnTo>
                <a:cubicBezTo>
                  <a:pt x="62686" y="21431"/>
                  <a:pt x="64294" y="23039"/>
                  <a:pt x="64294" y="25003"/>
                </a:cubicBezTo>
                <a:lnTo>
                  <a:pt x="64294" y="32147"/>
                </a:lnTo>
                <a:cubicBezTo>
                  <a:pt x="64294" y="34111"/>
                  <a:pt x="62686" y="35719"/>
                  <a:pt x="60722" y="35719"/>
                </a:cubicBezTo>
                <a:lnTo>
                  <a:pt x="53578" y="35719"/>
                </a:lnTo>
                <a:cubicBezTo>
                  <a:pt x="51614" y="35719"/>
                  <a:pt x="50006" y="34111"/>
                  <a:pt x="50006" y="32147"/>
                </a:cubicBezTo>
                <a:lnTo>
                  <a:pt x="50006" y="25003"/>
                </a:lnTo>
                <a:cubicBezTo>
                  <a:pt x="50006" y="23039"/>
                  <a:pt x="51614" y="21431"/>
                  <a:pt x="53578" y="21431"/>
                </a:cubicBezTo>
                <a:close/>
                <a:moveTo>
                  <a:pt x="21431" y="53578"/>
                </a:moveTo>
                <a:cubicBezTo>
                  <a:pt x="21431" y="51614"/>
                  <a:pt x="23039" y="50006"/>
                  <a:pt x="25003" y="50006"/>
                </a:cubicBezTo>
                <a:lnTo>
                  <a:pt x="32147" y="50006"/>
                </a:lnTo>
                <a:cubicBezTo>
                  <a:pt x="34111" y="50006"/>
                  <a:pt x="35719" y="51614"/>
                  <a:pt x="35719" y="53578"/>
                </a:cubicBezTo>
                <a:lnTo>
                  <a:pt x="35719" y="60722"/>
                </a:lnTo>
                <a:cubicBezTo>
                  <a:pt x="35719" y="62686"/>
                  <a:pt x="34111" y="64294"/>
                  <a:pt x="32147" y="64294"/>
                </a:cubicBezTo>
                <a:lnTo>
                  <a:pt x="25003" y="64294"/>
                </a:lnTo>
                <a:cubicBezTo>
                  <a:pt x="23039" y="64294"/>
                  <a:pt x="21431" y="62686"/>
                  <a:pt x="21431" y="60722"/>
                </a:cubicBezTo>
                <a:lnTo>
                  <a:pt x="21431" y="53578"/>
                </a:lnTo>
                <a:close/>
                <a:moveTo>
                  <a:pt x="53578" y="50006"/>
                </a:moveTo>
                <a:lnTo>
                  <a:pt x="60722" y="50006"/>
                </a:lnTo>
                <a:cubicBezTo>
                  <a:pt x="62686" y="50006"/>
                  <a:pt x="64294" y="51614"/>
                  <a:pt x="64294" y="53578"/>
                </a:cubicBezTo>
                <a:lnTo>
                  <a:pt x="64294" y="60722"/>
                </a:lnTo>
                <a:cubicBezTo>
                  <a:pt x="64294" y="62686"/>
                  <a:pt x="62686" y="64294"/>
                  <a:pt x="60722" y="64294"/>
                </a:cubicBezTo>
                <a:lnTo>
                  <a:pt x="53578" y="64294"/>
                </a:lnTo>
                <a:cubicBezTo>
                  <a:pt x="51614" y="64294"/>
                  <a:pt x="50006" y="62686"/>
                  <a:pt x="50006" y="60722"/>
                </a:cubicBezTo>
                <a:lnTo>
                  <a:pt x="50006" y="53578"/>
                </a:lnTo>
                <a:cubicBezTo>
                  <a:pt x="50006" y="51614"/>
                  <a:pt x="51614" y="50006"/>
                  <a:pt x="53578" y="50006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2" name="Shape 50"/>
          <p:cNvSpPr/>
          <p:nvPr/>
        </p:nvSpPr>
        <p:spPr>
          <a:xfrm>
            <a:off x="10367963" y="3204214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4288" y="0"/>
                </a:moveTo>
                <a:cubicBezTo>
                  <a:pt x="6407" y="0"/>
                  <a:pt x="0" y="6407"/>
                  <a:pt x="0" y="14288"/>
                </a:cubicBezTo>
                <a:lnTo>
                  <a:pt x="0" y="100013"/>
                </a:lnTo>
                <a:cubicBezTo>
                  <a:pt x="0" y="107893"/>
                  <a:pt x="6407" y="114300"/>
                  <a:pt x="14288" y="114300"/>
                </a:cubicBezTo>
                <a:lnTo>
                  <a:pt x="71438" y="114300"/>
                </a:lnTo>
                <a:cubicBezTo>
                  <a:pt x="79318" y="114300"/>
                  <a:pt x="85725" y="107893"/>
                  <a:pt x="85725" y="100013"/>
                </a:cubicBezTo>
                <a:lnTo>
                  <a:pt x="85725" y="14288"/>
                </a:lnTo>
                <a:cubicBezTo>
                  <a:pt x="85725" y="6407"/>
                  <a:pt x="79318" y="0"/>
                  <a:pt x="71438" y="0"/>
                </a:cubicBezTo>
                <a:lnTo>
                  <a:pt x="14288" y="0"/>
                </a:lnTo>
                <a:close/>
                <a:moveTo>
                  <a:pt x="39291" y="78581"/>
                </a:moveTo>
                <a:lnTo>
                  <a:pt x="46434" y="78581"/>
                </a:lnTo>
                <a:cubicBezTo>
                  <a:pt x="50386" y="78581"/>
                  <a:pt x="53578" y="81774"/>
                  <a:pt x="53578" y="85725"/>
                </a:cubicBezTo>
                <a:lnTo>
                  <a:pt x="53578" y="103584"/>
                </a:lnTo>
                <a:lnTo>
                  <a:pt x="32147" y="103584"/>
                </a:lnTo>
                <a:lnTo>
                  <a:pt x="32147" y="85725"/>
                </a:lnTo>
                <a:cubicBezTo>
                  <a:pt x="32147" y="81774"/>
                  <a:pt x="35339" y="78581"/>
                  <a:pt x="39291" y="78581"/>
                </a:cubicBezTo>
                <a:close/>
                <a:moveTo>
                  <a:pt x="21431" y="25003"/>
                </a:moveTo>
                <a:cubicBezTo>
                  <a:pt x="21431" y="23039"/>
                  <a:pt x="23039" y="21431"/>
                  <a:pt x="25003" y="21431"/>
                </a:cubicBezTo>
                <a:lnTo>
                  <a:pt x="32147" y="21431"/>
                </a:lnTo>
                <a:cubicBezTo>
                  <a:pt x="34111" y="21431"/>
                  <a:pt x="35719" y="23039"/>
                  <a:pt x="35719" y="25003"/>
                </a:cubicBezTo>
                <a:lnTo>
                  <a:pt x="35719" y="32147"/>
                </a:lnTo>
                <a:cubicBezTo>
                  <a:pt x="35719" y="34111"/>
                  <a:pt x="34111" y="35719"/>
                  <a:pt x="32147" y="35719"/>
                </a:cubicBezTo>
                <a:lnTo>
                  <a:pt x="25003" y="35719"/>
                </a:lnTo>
                <a:cubicBezTo>
                  <a:pt x="23039" y="35719"/>
                  <a:pt x="21431" y="34111"/>
                  <a:pt x="21431" y="32147"/>
                </a:cubicBezTo>
                <a:lnTo>
                  <a:pt x="21431" y="25003"/>
                </a:lnTo>
                <a:close/>
                <a:moveTo>
                  <a:pt x="53578" y="21431"/>
                </a:moveTo>
                <a:lnTo>
                  <a:pt x="60722" y="21431"/>
                </a:lnTo>
                <a:cubicBezTo>
                  <a:pt x="62686" y="21431"/>
                  <a:pt x="64294" y="23039"/>
                  <a:pt x="64294" y="25003"/>
                </a:cubicBezTo>
                <a:lnTo>
                  <a:pt x="64294" y="32147"/>
                </a:lnTo>
                <a:cubicBezTo>
                  <a:pt x="64294" y="34111"/>
                  <a:pt x="62686" y="35719"/>
                  <a:pt x="60722" y="35719"/>
                </a:cubicBezTo>
                <a:lnTo>
                  <a:pt x="53578" y="35719"/>
                </a:lnTo>
                <a:cubicBezTo>
                  <a:pt x="51614" y="35719"/>
                  <a:pt x="50006" y="34111"/>
                  <a:pt x="50006" y="32147"/>
                </a:cubicBezTo>
                <a:lnTo>
                  <a:pt x="50006" y="25003"/>
                </a:lnTo>
                <a:cubicBezTo>
                  <a:pt x="50006" y="23039"/>
                  <a:pt x="51614" y="21431"/>
                  <a:pt x="53578" y="21431"/>
                </a:cubicBezTo>
                <a:close/>
                <a:moveTo>
                  <a:pt x="21431" y="53578"/>
                </a:moveTo>
                <a:cubicBezTo>
                  <a:pt x="21431" y="51614"/>
                  <a:pt x="23039" y="50006"/>
                  <a:pt x="25003" y="50006"/>
                </a:cubicBezTo>
                <a:lnTo>
                  <a:pt x="32147" y="50006"/>
                </a:lnTo>
                <a:cubicBezTo>
                  <a:pt x="34111" y="50006"/>
                  <a:pt x="35719" y="51614"/>
                  <a:pt x="35719" y="53578"/>
                </a:cubicBezTo>
                <a:lnTo>
                  <a:pt x="35719" y="60722"/>
                </a:lnTo>
                <a:cubicBezTo>
                  <a:pt x="35719" y="62686"/>
                  <a:pt x="34111" y="64294"/>
                  <a:pt x="32147" y="64294"/>
                </a:cubicBezTo>
                <a:lnTo>
                  <a:pt x="25003" y="64294"/>
                </a:lnTo>
                <a:cubicBezTo>
                  <a:pt x="23039" y="64294"/>
                  <a:pt x="21431" y="62686"/>
                  <a:pt x="21431" y="60722"/>
                </a:cubicBezTo>
                <a:lnTo>
                  <a:pt x="21431" y="53578"/>
                </a:lnTo>
                <a:close/>
                <a:moveTo>
                  <a:pt x="53578" y="50006"/>
                </a:moveTo>
                <a:lnTo>
                  <a:pt x="60722" y="50006"/>
                </a:lnTo>
                <a:cubicBezTo>
                  <a:pt x="62686" y="50006"/>
                  <a:pt x="64294" y="51614"/>
                  <a:pt x="64294" y="53578"/>
                </a:cubicBezTo>
                <a:lnTo>
                  <a:pt x="64294" y="60722"/>
                </a:lnTo>
                <a:cubicBezTo>
                  <a:pt x="64294" y="62686"/>
                  <a:pt x="62686" y="64294"/>
                  <a:pt x="60722" y="64294"/>
                </a:cubicBezTo>
                <a:lnTo>
                  <a:pt x="53578" y="64294"/>
                </a:lnTo>
                <a:cubicBezTo>
                  <a:pt x="51614" y="64294"/>
                  <a:pt x="50006" y="62686"/>
                  <a:pt x="50006" y="60722"/>
                </a:cubicBezTo>
                <a:lnTo>
                  <a:pt x="50006" y="53578"/>
                </a:lnTo>
                <a:cubicBezTo>
                  <a:pt x="50006" y="51614"/>
                  <a:pt x="51614" y="50006"/>
                  <a:pt x="53578" y="50006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3" name="Shape 51"/>
          <p:cNvSpPr/>
          <p:nvPr/>
        </p:nvSpPr>
        <p:spPr>
          <a:xfrm>
            <a:off x="10541794" y="320421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0" y="57150"/>
                </a:moveTo>
                <a:cubicBezTo>
                  <a:pt x="0" y="50250"/>
                  <a:pt x="5602" y="44648"/>
                  <a:pt x="12502" y="44648"/>
                </a:cubicBezTo>
                <a:cubicBezTo>
                  <a:pt x="19401" y="44648"/>
                  <a:pt x="25003" y="50250"/>
                  <a:pt x="25003" y="57150"/>
                </a:cubicBezTo>
                <a:cubicBezTo>
                  <a:pt x="25003" y="64050"/>
                  <a:pt x="19401" y="69652"/>
                  <a:pt x="12502" y="69652"/>
                </a:cubicBezTo>
                <a:cubicBezTo>
                  <a:pt x="5602" y="69652"/>
                  <a:pt x="0" y="64050"/>
                  <a:pt x="0" y="57150"/>
                </a:cubicBezTo>
                <a:close/>
                <a:moveTo>
                  <a:pt x="37505" y="57150"/>
                </a:moveTo>
                <a:cubicBezTo>
                  <a:pt x="37505" y="50250"/>
                  <a:pt x="43106" y="44648"/>
                  <a:pt x="50006" y="44648"/>
                </a:cubicBezTo>
                <a:cubicBezTo>
                  <a:pt x="56906" y="44648"/>
                  <a:pt x="62508" y="50250"/>
                  <a:pt x="62508" y="57150"/>
                </a:cubicBezTo>
                <a:cubicBezTo>
                  <a:pt x="62508" y="64050"/>
                  <a:pt x="56906" y="69652"/>
                  <a:pt x="50006" y="69652"/>
                </a:cubicBezTo>
                <a:cubicBezTo>
                  <a:pt x="43106" y="69652"/>
                  <a:pt x="37505" y="64050"/>
                  <a:pt x="37505" y="57150"/>
                </a:cubicBezTo>
                <a:close/>
                <a:moveTo>
                  <a:pt x="87511" y="44648"/>
                </a:moveTo>
                <a:cubicBezTo>
                  <a:pt x="94411" y="44648"/>
                  <a:pt x="100013" y="50250"/>
                  <a:pt x="100013" y="57150"/>
                </a:cubicBezTo>
                <a:cubicBezTo>
                  <a:pt x="100013" y="64050"/>
                  <a:pt x="94411" y="69652"/>
                  <a:pt x="87511" y="69652"/>
                </a:cubicBezTo>
                <a:cubicBezTo>
                  <a:pt x="80611" y="69652"/>
                  <a:pt x="75009" y="64050"/>
                  <a:pt x="75009" y="57150"/>
                </a:cubicBezTo>
                <a:cubicBezTo>
                  <a:pt x="75009" y="50250"/>
                  <a:pt x="80611" y="44648"/>
                  <a:pt x="87511" y="44648"/>
                </a:cubicBezTo>
                <a:close/>
              </a:path>
            </a:pathLst>
          </a:custGeom>
          <a:solidFill>
            <a:srgbClr val="F1F5F9">
              <a:alpha val="4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099232" y="3432814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pricing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099232" y="3661414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discount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132570" y="3928114"/>
            <a:ext cx="2552700" cy="228600"/>
          </a:xfrm>
          <a:custGeom>
            <a:avLst/>
            <a:gdLst/>
            <a:ahLst/>
            <a:cxnLst/>
            <a:rect l="l" t="t" r="r" b="b"/>
            <a:pathLst>
              <a:path w="2552700" h="2286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152401"/>
                </a:lnTo>
                <a:cubicBezTo>
                  <a:pt x="2552700" y="194484"/>
                  <a:pt x="2518584" y="228600"/>
                  <a:pt x="2476501" y="228600"/>
                </a:cubicBezTo>
                <a:lnTo>
                  <a:pt x="76199" y="228600"/>
                </a:lnTo>
                <a:cubicBezTo>
                  <a:pt x="34144" y="228600"/>
                  <a:pt x="0" y="194456"/>
                  <a:pt x="0" y="1524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9142095" y="3966214"/>
            <a:ext cx="2533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 across India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88620" y="4362331"/>
            <a:ext cx="11416665" cy="777240"/>
          </a:xfrm>
          <a:custGeom>
            <a:avLst/>
            <a:gdLst/>
            <a:ahLst/>
            <a:cxnLst/>
            <a:rect l="l" t="t" r="r" b="b"/>
            <a:pathLst>
              <a:path w="11416665" h="777240">
                <a:moveTo>
                  <a:pt x="152401" y="0"/>
                </a:moveTo>
                <a:lnTo>
                  <a:pt x="11264264" y="0"/>
                </a:lnTo>
                <a:cubicBezTo>
                  <a:pt x="11348433" y="0"/>
                  <a:pt x="11416665" y="68232"/>
                  <a:pt x="11416665" y="152401"/>
                </a:cubicBezTo>
                <a:lnTo>
                  <a:pt x="11416665" y="624839"/>
                </a:lnTo>
                <a:cubicBezTo>
                  <a:pt x="11416665" y="709008"/>
                  <a:pt x="11348433" y="777240"/>
                  <a:pt x="11264264" y="777240"/>
                </a:cubicBezTo>
                <a:lnTo>
                  <a:pt x="152401" y="777240"/>
                </a:lnTo>
                <a:cubicBezTo>
                  <a:pt x="68232" y="777240"/>
                  <a:pt x="0" y="709008"/>
                  <a:pt x="0" y="62483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50000">
                <a:srgbClr val="06B6D4">
                  <a:alpha val="30000"/>
                </a:srgbClr>
              </a:gs>
              <a:gs pos="100000">
                <a:srgbClr val="10B981">
                  <a:alpha val="30000"/>
                </a:srgbClr>
              </a:gs>
            </a:gsLst>
            <a:lin ang="0" scaled="1"/>
          </a:gradFill>
          <a:ln w="20320">
            <a:solidFill>
              <a:srgbClr val="3B82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6499" y="4608082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-17859"/>
                </a:moveTo>
                <a:cubicBezTo>
                  <a:pt x="81316" y="-17859"/>
                  <a:pt x="89297" y="-9878"/>
                  <a:pt x="89297" y="0"/>
                </a:cubicBezTo>
                <a:lnTo>
                  <a:pt x="89297" y="53578"/>
                </a:lnTo>
                <a:lnTo>
                  <a:pt x="160734" y="53578"/>
                </a:lnTo>
                <a:lnTo>
                  <a:pt x="160734" y="0"/>
                </a:lnTo>
                <a:cubicBezTo>
                  <a:pt x="160734" y="-9878"/>
                  <a:pt x="168715" y="-17859"/>
                  <a:pt x="178594" y="-17859"/>
                </a:cubicBezTo>
                <a:cubicBezTo>
                  <a:pt x="188472" y="-17859"/>
                  <a:pt x="196453" y="-9878"/>
                  <a:pt x="196453" y="0"/>
                </a:cubicBezTo>
                <a:lnTo>
                  <a:pt x="196453" y="53578"/>
                </a:ln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cubicBezTo>
                  <a:pt x="250031" y="81316"/>
                  <a:pt x="242050" y="89297"/>
                  <a:pt x="232172" y="89297"/>
                </a:cubicBezTo>
                <a:lnTo>
                  <a:pt x="232172" y="125016"/>
                </a:lnTo>
                <a:cubicBezTo>
                  <a:pt x="232172" y="178091"/>
                  <a:pt x="193551" y="222182"/>
                  <a:pt x="142875" y="230665"/>
                </a:cubicBezTo>
                <a:lnTo>
                  <a:pt x="142875" y="267891"/>
                </a:lnTo>
                <a:cubicBezTo>
                  <a:pt x="142875" y="277769"/>
                  <a:pt x="134894" y="285750"/>
                  <a:pt x="125016" y="285750"/>
                </a:cubicBezTo>
                <a:cubicBezTo>
                  <a:pt x="115137" y="285750"/>
                  <a:pt x="107156" y="277769"/>
                  <a:pt x="107156" y="267891"/>
                </a:cubicBezTo>
                <a:lnTo>
                  <a:pt x="107156" y="230665"/>
                </a:lnTo>
                <a:cubicBezTo>
                  <a:pt x="56480" y="222182"/>
                  <a:pt x="17859" y="178091"/>
                  <a:pt x="17859" y="125016"/>
                </a:cubicBezTo>
                <a:lnTo>
                  <a:pt x="17859" y="89297"/>
                </a:lnTo>
                <a:cubicBezTo>
                  <a:pt x="7981" y="89297"/>
                  <a:pt x="0" y="81316"/>
                  <a:pt x="0" y="71438"/>
                </a:cubicBezTo>
                <a:cubicBezTo>
                  <a:pt x="0" y="61559"/>
                  <a:pt x="7981" y="53578"/>
                  <a:pt x="17859" y="53578"/>
                </a:cubicBezTo>
                <a:lnTo>
                  <a:pt x="53578" y="53578"/>
                </a:lnTo>
                <a:lnTo>
                  <a:pt x="53578" y="0"/>
                </a:lnTo>
                <a:cubicBezTo>
                  <a:pt x="53578" y="-9878"/>
                  <a:pt x="61559" y="-17859"/>
                  <a:pt x="71438" y="-1785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0" name="Text 58"/>
          <p:cNvSpPr/>
          <p:nvPr/>
        </p:nvSpPr>
        <p:spPr>
          <a:xfrm>
            <a:off x="1020127" y="4522357"/>
            <a:ext cx="3971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Each Pit is Identical. Plug and Play. No Limits.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20127" y="4789057"/>
            <a:ext cx="394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architecture handles 100+ workshops on single server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954227" y="4484257"/>
            <a:ext cx="723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10B98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∞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030427" y="4827157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3611" y="383611"/>
            <a:ext cx="1564830" cy="311447"/>
          </a:xfrm>
          <a:custGeom>
            <a:avLst/>
            <a:gdLst/>
            <a:ahLst/>
            <a:cxnLst/>
            <a:rect l="l" t="t" r="r" b="b"/>
            <a:pathLst>
              <a:path w="1564830" h="311447">
                <a:moveTo>
                  <a:pt x="155723" y="0"/>
                </a:moveTo>
                <a:lnTo>
                  <a:pt x="1409107" y="0"/>
                </a:lnTo>
                <a:cubicBezTo>
                  <a:pt x="1495110" y="0"/>
                  <a:pt x="1564830" y="69720"/>
                  <a:pt x="1564830" y="155723"/>
                </a:cubicBezTo>
                <a:lnTo>
                  <a:pt x="1564830" y="155723"/>
                </a:lnTo>
                <a:cubicBezTo>
                  <a:pt x="1564830" y="241727"/>
                  <a:pt x="1495110" y="311447"/>
                  <a:pt x="1409107" y="311447"/>
                </a:cubicBezTo>
                <a:lnTo>
                  <a:pt x="155723" y="311447"/>
                </a:lnTo>
                <a:cubicBezTo>
                  <a:pt x="69720" y="311447"/>
                  <a:pt x="0" y="241727"/>
                  <a:pt x="0" y="155723"/>
                </a:cubicBezTo>
                <a:lnTo>
                  <a:pt x="0" y="155723"/>
                </a:lnTo>
                <a:cubicBezTo>
                  <a:pt x="0" y="69720"/>
                  <a:pt x="69720" y="0"/>
                  <a:pt x="155723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 w="10160">
            <a:solidFill>
              <a:srgbClr val="F97316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335" y="470974"/>
            <a:ext cx="1318664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spc="52" kern="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FRANCHISE MODEL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9813" y="774824"/>
            <a:ext cx="11603290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2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Rapid Expansion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9813" y="1192619"/>
            <a:ext cx="11517832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workshop operational in 3-5 days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3611" y="1538249"/>
            <a:ext cx="5790250" cy="4926176"/>
          </a:xfrm>
          <a:custGeom>
            <a:avLst/>
            <a:gdLst/>
            <a:ahLst/>
            <a:cxnLst/>
            <a:rect l="l" t="t" r="r" b="b"/>
            <a:pathLst>
              <a:path w="5790250" h="4926176">
                <a:moveTo>
                  <a:pt x="151923" y="0"/>
                </a:moveTo>
                <a:lnTo>
                  <a:pt x="5638327" y="0"/>
                </a:lnTo>
                <a:cubicBezTo>
                  <a:pt x="5722232" y="0"/>
                  <a:pt x="5790250" y="68018"/>
                  <a:pt x="5790250" y="151923"/>
                </a:cubicBezTo>
                <a:lnTo>
                  <a:pt x="5790250" y="4774252"/>
                </a:lnTo>
                <a:cubicBezTo>
                  <a:pt x="5790250" y="4858157"/>
                  <a:pt x="5722232" y="4926176"/>
                  <a:pt x="5638327" y="4926176"/>
                </a:cubicBezTo>
                <a:lnTo>
                  <a:pt x="151923" y="4926176"/>
                </a:lnTo>
                <a:cubicBezTo>
                  <a:pt x="68018" y="4926176"/>
                  <a:pt x="0" y="4858157"/>
                  <a:pt x="0" y="4774252"/>
                </a:cubicBezTo>
                <a:lnTo>
                  <a:pt x="0" y="151923"/>
                </a:lnTo>
                <a:cubicBezTo>
                  <a:pt x="0" y="68018"/>
                  <a:pt x="68018" y="0"/>
                  <a:pt x="151923" y="0"/>
                </a:cubicBezTo>
                <a:close/>
              </a:path>
            </a:pathLst>
          </a:custGeom>
          <a:solidFill>
            <a:srgbClr val="1E293B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3133" y="1697768"/>
            <a:ext cx="5467409" cy="4612830"/>
          </a:xfrm>
          <a:custGeom>
            <a:avLst/>
            <a:gdLst/>
            <a:ahLst/>
            <a:cxnLst/>
            <a:rect l="l" t="t" r="r" b="b"/>
            <a:pathLst>
              <a:path w="5467409" h="4612830">
                <a:moveTo>
                  <a:pt x="113937" y="0"/>
                </a:moveTo>
                <a:lnTo>
                  <a:pt x="5353472" y="0"/>
                </a:lnTo>
                <a:cubicBezTo>
                  <a:pt x="5416398" y="0"/>
                  <a:pt x="5467409" y="51011"/>
                  <a:pt x="5467409" y="113937"/>
                </a:cubicBezTo>
                <a:lnTo>
                  <a:pt x="5467409" y="4498893"/>
                </a:lnTo>
                <a:cubicBezTo>
                  <a:pt x="5467409" y="4561819"/>
                  <a:pt x="5416398" y="4612830"/>
                  <a:pt x="5353472" y="4612830"/>
                </a:cubicBezTo>
                <a:lnTo>
                  <a:pt x="113937" y="4612830"/>
                </a:lnTo>
                <a:cubicBezTo>
                  <a:pt x="51011" y="4612830"/>
                  <a:pt x="0" y="4561819"/>
                  <a:pt x="0" y="4498893"/>
                </a:cubicBezTo>
                <a:lnTo>
                  <a:pt x="0" y="113937"/>
                </a:lnTo>
                <a:cubicBezTo>
                  <a:pt x="0" y="51053"/>
                  <a:pt x="51053" y="0"/>
                  <a:pt x="11393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2654" y="2550447"/>
            <a:ext cx="2495372" cy="862176"/>
          </a:xfrm>
          <a:custGeom>
            <a:avLst/>
            <a:gdLst/>
            <a:ahLst/>
            <a:cxnLst/>
            <a:rect l="l" t="t" r="r" b="b"/>
            <a:pathLst>
              <a:path w="2495372" h="862176">
                <a:moveTo>
                  <a:pt x="75966" y="0"/>
                </a:moveTo>
                <a:lnTo>
                  <a:pt x="2419406" y="0"/>
                </a:lnTo>
                <a:cubicBezTo>
                  <a:pt x="2461361" y="0"/>
                  <a:pt x="2495372" y="34011"/>
                  <a:pt x="2495372" y="75966"/>
                </a:cubicBezTo>
                <a:lnTo>
                  <a:pt x="2495372" y="786209"/>
                </a:lnTo>
                <a:cubicBezTo>
                  <a:pt x="2495372" y="828164"/>
                  <a:pt x="2461361" y="862176"/>
                  <a:pt x="2419406" y="862176"/>
                </a:cubicBezTo>
                <a:lnTo>
                  <a:pt x="75966" y="862176"/>
                </a:lnTo>
                <a:cubicBezTo>
                  <a:pt x="34011" y="862176"/>
                  <a:pt x="0" y="828164"/>
                  <a:pt x="0" y="786209"/>
                </a:cubicBezTo>
                <a:lnTo>
                  <a:pt x="0" y="75966"/>
                </a:lnTo>
                <a:cubicBezTo>
                  <a:pt x="0" y="34039"/>
                  <a:pt x="34039" y="0"/>
                  <a:pt x="75966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46248" y="2706168"/>
            <a:ext cx="213645" cy="284860"/>
          </a:xfrm>
          <a:custGeom>
            <a:avLst/>
            <a:gdLst/>
            <a:ahLst/>
            <a:cxnLst/>
            <a:rect l="l" t="t" r="r" b="b"/>
            <a:pathLst>
              <a:path w="213645" h="284860">
                <a:moveTo>
                  <a:pt x="0" y="104931"/>
                </a:moveTo>
                <a:cubicBezTo>
                  <a:pt x="0" y="46957"/>
                  <a:pt x="47848" y="0"/>
                  <a:pt x="106822" y="0"/>
                </a:cubicBezTo>
                <a:cubicBezTo>
                  <a:pt x="165797" y="0"/>
                  <a:pt x="213645" y="46957"/>
                  <a:pt x="213645" y="104931"/>
                </a:cubicBezTo>
                <a:cubicBezTo>
                  <a:pt x="213645" y="171305"/>
                  <a:pt x="146770" y="250866"/>
                  <a:pt x="118840" y="281188"/>
                </a:cubicBezTo>
                <a:cubicBezTo>
                  <a:pt x="112275" y="288309"/>
                  <a:pt x="101314" y="288309"/>
                  <a:pt x="94749" y="281188"/>
                </a:cubicBezTo>
                <a:cubicBezTo>
                  <a:pt x="66820" y="250866"/>
                  <a:pt x="-56" y="171305"/>
                  <a:pt x="-56" y="104931"/>
                </a:cubicBezTo>
                <a:close/>
                <a:moveTo>
                  <a:pt x="106822" y="142430"/>
                </a:moveTo>
                <a:cubicBezTo>
                  <a:pt x="126475" y="142430"/>
                  <a:pt x="142430" y="126475"/>
                  <a:pt x="142430" y="106822"/>
                </a:cubicBezTo>
                <a:cubicBezTo>
                  <a:pt x="142430" y="87170"/>
                  <a:pt x="126475" y="71215"/>
                  <a:pt x="106822" y="71215"/>
                </a:cubicBezTo>
                <a:cubicBezTo>
                  <a:pt x="87170" y="71215"/>
                  <a:pt x="71215" y="87170"/>
                  <a:pt x="71215" y="106822"/>
                </a:cubicBezTo>
                <a:cubicBezTo>
                  <a:pt x="71215" y="126475"/>
                  <a:pt x="87170" y="142430"/>
                  <a:pt x="106822" y="14243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760790" y="3066991"/>
            <a:ext cx="37981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Delhi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58379" y="2550447"/>
            <a:ext cx="2495372" cy="862176"/>
          </a:xfrm>
          <a:custGeom>
            <a:avLst/>
            <a:gdLst/>
            <a:ahLst/>
            <a:cxnLst/>
            <a:rect l="l" t="t" r="r" b="b"/>
            <a:pathLst>
              <a:path w="2495372" h="862176">
                <a:moveTo>
                  <a:pt x="75966" y="0"/>
                </a:moveTo>
                <a:lnTo>
                  <a:pt x="2419406" y="0"/>
                </a:lnTo>
                <a:cubicBezTo>
                  <a:pt x="2461361" y="0"/>
                  <a:pt x="2495372" y="34011"/>
                  <a:pt x="2495372" y="75966"/>
                </a:cubicBezTo>
                <a:lnTo>
                  <a:pt x="2495372" y="786209"/>
                </a:lnTo>
                <a:cubicBezTo>
                  <a:pt x="2495372" y="828164"/>
                  <a:pt x="2461361" y="862176"/>
                  <a:pt x="2419406" y="862176"/>
                </a:cubicBezTo>
                <a:lnTo>
                  <a:pt x="75966" y="862176"/>
                </a:lnTo>
                <a:cubicBezTo>
                  <a:pt x="34011" y="862176"/>
                  <a:pt x="0" y="828164"/>
                  <a:pt x="0" y="786209"/>
                </a:cubicBezTo>
                <a:lnTo>
                  <a:pt x="0" y="75966"/>
                </a:lnTo>
                <a:cubicBezTo>
                  <a:pt x="0" y="34039"/>
                  <a:pt x="34039" y="0"/>
                  <a:pt x="75966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1972" y="2706168"/>
            <a:ext cx="213645" cy="284860"/>
          </a:xfrm>
          <a:custGeom>
            <a:avLst/>
            <a:gdLst/>
            <a:ahLst/>
            <a:cxnLst/>
            <a:rect l="l" t="t" r="r" b="b"/>
            <a:pathLst>
              <a:path w="213645" h="284860">
                <a:moveTo>
                  <a:pt x="0" y="104931"/>
                </a:moveTo>
                <a:cubicBezTo>
                  <a:pt x="0" y="46957"/>
                  <a:pt x="47848" y="0"/>
                  <a:pt x="106822" y="0"/>
                </a:cubicBezTo>
                <a:cubicBezTo>
                  <a:pt x="165797" y="0"/>
                  <a:pt x="213645" y="46957"/>
                  <a:pt x="213645" y="104931"/>
                </a:cubicBezTo>
                <a:cubicBezTo>
                  <a:pt x="213645" y="171305"/>
                  <a:pt x="146770" y="250866"/>
                  <a:pt x="118840" y="281188"/>
                </a:cubicBezTo>
                <a:cubicBezTo>
                  <a:pt x="112275" y="288309"/>
                  <a:pt x="101314" y="288309"/>
                  <a:pt x="94749" y="281188"/>
                </a:cubicBezTo>
                <a:cubicBezTo>
                  <a:pt x="66820" y="250866"/>
                  <a:pt x="-56" y="171305"/>
                  <a:pt x="-56" y="104931"/>
                </a:cubicBezTo>
                <a:close/>
                <a:moveTo>
                  <a:pt x="106822" y="142430"/>
                </a:moveTo>
                <a:cubicBezTo>
                  <a:pt x="126475" y="142430"/>
                  <a:pt x="142430" y="126475"/>
                  <a:pt x="142430" y="106822"/>
                </a:cubicBezTo>
                <a:cubicBezTo>
                  <a:pt x="142430" y="87170"/>
                  <a:pt x="126475" y="71215"/>
                  <a:pt x="106822" y="71215"/>
                </a:cubicBezTo>
                <a:cubicBezTo>
                  <a:pt x="87170" y="71215"/>
                  <a:pt x="71215" y="87170"/>
                  <a:pt x="71215" y="106822"/>
                </a:cubicBezTo>
                <a:cubicBezTo>
                  <a:pt x="71215" y="126475"/>
                  <a:pt x="87170" y="142430"/>
                  <a:pt x="106822" y="14243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21" y="3066991"/>
            <a:ext cx="56022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Mumbai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2654" y="3572140"/>
            <a:ext cx="2495372" cy="862176"/>
          </a:xfrm>
          <a:custGeom>
            <a:avLst/>
            <a:gdLst/>
            <a:ahLst/>
            <a:cxnLst/>
            <a:rect l="l" t="t" r="r" b="b"/>
            <a:pathLst>
              <a:path w="2495372" h="862176">
                <a:moveTo>
                  <a:pt x="75966" y="0"/>
                </a:moveTo>
                <a:lnTo>
                  <a:pt x="2419406" y="0"/>
                </a:lnTo>
                <a:cubicBezTo>
                  <a:pt x="2461361" y="0"/>
                  <a:pt x="2495372" y="34011"/>
                  <a:pt x="2495372" y="75966"/>
                </a:cubicBezTo>
                <a:lnTo>
                  <a:pt x="2495372" y="786209"/>
                </a:lnTo>
                <a:cubicBezTo>
                  <a:pt x="2495372" y="828164"/>
                  <a:pt x="2461361" y="862176"/>
                  <a:pt x="2419406" y="862176"/>
                </a:cubicBezTo>
                <a:lnTo>
                  <a:pt x="75966" y="862176"/>
                </a:lnTo>
                <a:cubicBezTo>
                  <a:pt x="34011" y="862176"/>
                  <a:pt x="0" y="828164"/>
                  <a:pt x="0" y="786209"/>
                </a:cubicBezTo>
                <a:lnTo>
                  <a:pt x="0" y="75966"/>
                </a:lnTo>
                <a:cubicBezTo>
                  <a:pt x="0" y="34039"/>
                  <a:pt x="34039" y="0"/>
                  <a:pt x="75966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6248" y="3727871"/>
            <a:ext cx="213645" cy="284860"/>
          </a:xfrm>
          <a:custGeom>
            <a:avLst/>
            <a:gdLst/>
            <a:ahLst/>
            <a:cxnLst/>
            <a:rect l="l" t="t" r="r" b="b"/>
            <a:pathLst>
              <a:path w="213645" h="284860">
                <a:moveTo>
                  <a:pt x="0" y="104931"/>
                </a:moveTo>
                <a:cubicBezTo>
                  <a:pt x="0" y="46957"/>
                  <a:pt x="47848" y="0"/>
                  <a:pt x="106822" y="0"/>
                </a:cubicBezTo>
                <a:cubicBezTo>
                  <a:pt x="165797" y="0"/>
                  <a:pt x="213645" y="46957"/>
                  <a:pt x="213645" y="104931"/>
                </a:cubicBezTo>
                <a:cubicBezTo>
                  <a:pt x="213645" y="171305"/>
                  <a:pt x="146770" y="250866"/>
                  <a:pt x="118840" y="281188"/>
                </a:cubicBezTo>
                <a:cubicBezTo>
                  <a:pt x="112275" y="288309"/>
                  <a:pt x="101314" y="288309"/>
                  <a:pt x="94749" y="281188"/>
                </a:cubicBezTo>
                <a:cubicBezTo>
                  <a:pt x="66820" y="250866"/>
                  <a:pt x="-56" y="171305"/>
                  <a:pt x="-56" y="104931"/>
                </a:cubicBezTo>
                <a:close/>
                <a:moveTo>
                  <a:pt x="106822" y="142430"/>
                </a:moveTo>
                <a:cubicBezTo>
                  <a:pt x="126475" y="142430"/>
                  <a:pt x="142430" y="126475"/>
                  <a:pt x="142430" y="106822"/>
                </a:cubicBezTo>
                <a:cubicBezTo>
                  <a:pt x="142430" y="87170"/>
                  <a:pt x="126475" y="71215"/>
                  <a:pt x="106822" y="71215"/>
                </a:cubicBezTo>
                <a:cubicBezTo>
                  <a:pt x="87170" y="71215"/>
                  <a:pt x="71215" y="87170"/>
                  <a:pt x="71215" y="106822"/>
                </a:cubicBezTo>
                <a:cubicBezTo>
                  <a:pt x="71215" y="126475"/>
                  <a:pt x="87170" y="142430"/>
                  <a:pt x="106822" y="14243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1607915" y="4088693"/>
            <a:ext cx="68366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Bangalore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58379" y="3572140"/>
            <a:ext cx="2495372" cy="862176"/>
          </a:xfrm>
          <a:custGeom>
            <a:avLst/>
            <a:gdLst/>
            <a:ahLst/>
            <a:cxnLst/>
            <a:rect l="l" t="t" r="r" b="b"/>
            <a:pathLst>
              <a:path w="2495372" h="862176">
                <a:moveTo>
                  <a:pt x="75966" y="0"/>
                </a:moveTo>
                <a:lnTo>
                  <a:pt x="2419406" y="0"/>
                </a:lnTo>
                <a:cubicBezTo>
                  <a:pt x="2461361" y="0"/>
                  <a:pt x="2495372" y="34011"/>
                  <a:pt x="2495372" y="75966"/>
                </a:cubicBezTo>
                <a:lnTo>
                  <a:pt x="2495372" y="786209"/>
                </a:lnTo>
                <a:cubicBezTo>
                  <a:pt x="2495372" y="828164"/>
                  <a:pt x="2461361" y="862176"/>
                  <a:pt x="2419406" y="862176"/>
                </a:cubicBezTo>
                <a:lnTo>
                  <a:pt x="75966" y="862176"/>
                </a:lnTo>
                <a:cubicBezTo>
                  <a:pt x="34011" y="862176"/>
                  <a:pt x="0" y="828164"/>
                  <a:pt x="0" y="786209"/>
                </a:cubicBezTo>
                <a:lnTo>
                  <a:pt x="0" y="75966"/>
                </a:lnTo>
                <a:cubicBezTo>
                  <a:pt x="0" y="34039"/>
                  <a:pt x="34039" y="0"/>
                  <a:pt x="75966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01972" y="3727871"/>
            <a:ext cx="213645" cy="284860"/>
          </a:xfrm>
          <a:custGeom>
            <a:avLst/>
            <a:gdLst/>
            <a:ahLst/>
            <a:cxnLst/>
            <a:rect l="l" t="t" r="r" b="b"/>
            <a:pathLst>
              <a:path w="213645" h="284860">
                <a:moveTo>
                  <a:pt x="0" y="104931"/>
                </a:moveTo>
                <a:cubicBezTo>
                  <a:pt x="0" y="46957"/>
                  <a:pt x="47848" y="0"/>
                  <a:pt x="106822" y="0"/>
                </a:cubicBezTo>
                <a:cubicBezTo>
                  <a:pt x="165797" y="0"/>
                  <a:pt x="213645" y="46957"/>
                  <a:pt x="213645" y="104931"/>
                </a:cubicBezTo>
                <a:cubicBezTo>
                  <a:pt x="213645" y="171305"/>
                  <a:pt x="146770" y="250866"/>
                  <a:pt x="118840" y="281188"/>
                </a:cubicBezTo>
                <a:cubicBezTo>
                  <a:pt x="112275" y="288309"/>
                  <a:pt x="101314" y="288309"/>
                  <a:pt x="94749" y="281188"/>
                </a:cubicBezTo>
                <a:cubicBezTo>
                  <a:pt x="66820" y="250866"/>
                  <a:pt x="-56" y="171305"/>
                  <a:pt x="-56" y="104931"/>
                </a:cubicBezTo>
                <a:close/>
                <a:moveTo>
                  <a:pt x="106822" y="142430"/>
                </a:moveTo>
                <a:cubicBezTo>
                  <a:pt x="126475" y="142430"/>
                  <a:pt x="142430" y="126475"/>
                  <a:pt x="142430" y="106822"/>
                </a:cubicBezTo>
                <a:cubicBezTo>
                  <a:pt x="142430" y="87170"/>
                  <a:pt x="126475" y="71215"/>
                  <a:pt x="106822" y="71215"/>
                </a:cubicBezTo>
                <a:cubicBezTo>
                  <a:pt x="87170" y="71215"/>
                  <a:pt x="71215" y="87170"/>
                  <a:pt x="71215" y="106822"/>
                </a:cubicBezTo>
                <a:cubicBezTo>
                  <a:pt x="71215" y="126475"/>
                  <a:pt x="87170" y="142430"/>
                  <a:pt x="106822" y="14243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319187" y="4088693"/>
            <a:ext cx="57921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Chennai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2654" y="4593843"/>
            <a:ext cx="2495372" cy="862176"/>
          </a:xfrm>
          <a:custGeom>
            <a:avLst/>
            <a:gdLst/>
            <a:ahLst/>
            <a:cxnLst/>
            <a:rect l="l" t="t" r="r" b="b"/>
            <a:pathLst>
              <a:path w="2495372" h="862176">
                <a:moveTo>
                  <a:pt x="75966" y="0"/>
                </a:moveTo>
                <a:lnTo>
                  <a:pt x="2419406" y="0"/>
                </a:lnTo>
                <a:cubicBezTo>
                  <a:pt x="2461361" y="0"/>
                  <a:pt x="2495372" y="34011"/>
                  <a:pt x="2495372" y="75966"/>
                </a:cubicBezTo>
                <a:lnTo>
                  <a:pt x="2495372" y="786209"/>
                </a:lnTo>
                <a:cubicBezTo>
                  <a:pt x="2495372" y="828164"/>
                  <a:pt x="2461361" y="862176"/>
                  <a:pt x="2419406" y="862176"/>
                </a:cubicBezTo>
                <a:lnTo>
                  <a:pt x="75966" y="862176"/>
                </a:lnTo>
                <a:cubicBezTo>
                  <a:pt x="34011" y="862176"/>
                  <a:pt x="0" y="828164"/>
                  <a:pt x="0" y="786209"/>
                </a:cubicBezTo>
                <a:lnTo>
                  <a:pt x="0" y="75966"/>
                </a:lnTo>
                <a:cubicBezTo>
                  <a:pt x="0" y="34039"/>
                  <a:pt x="34039" y="0"/>
                  <a:pt x="75966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46248" y="4749564"/>
            <a:ext cx="213645" cy="284860"/>
          </a:xfrm>
          <a:custGeom>
            <a:avLst/>
            <a:gdLst/>
            <a:ahLst/>
            <a:cxnLst/>
            <a:rect l="l" t="t" r="r" b="b"/>
            <a:pathLst>
              <a:path w="213645" h="284860">
                <a:moveTo>
                  <a:pt x="0" y="104931"/>
                </a:moveTo>
                <a:cubicBezTo>
                  <a:pt x="0" y="46957"/>
                  <a:pt x="47848" y="0"/>
                  <a:pt x="106822" y="0"/>
                </a:cubicBezTo>
                <a:cubicBezTo>
                  <a:pt x="165797" y="0"/>
                  <a:pt x="213645" y="46957"/>
                  <a:pt x="213645" y="104931"/>
                </a:cubicBezTo>
                <a:cubicBezTo>
                  <a:pt x="213645" y="171305"/>
                  <a:pt x="146770" y="250866"/>
                  <a:pt x="118840" y="281188"/>
                </a:cubicBezTo>
                <a:cubicBezTo>
                  <a:pt x="112275" y="288309"/>
                  <a:pt x="101314" y="288309"/>
                  <a:pt x="94749" y="281188"/>
                </a:cubicBezTo>
                <a:cubicBezTo>
                  <a:pt x="66820" y="250866"/>
                  <a:pt x="-56" y="171305"/>
                  <a:pt x="-56" y="104931"/>
                </a:cubicBezTo>
                <a:close/>
                <a:moveTo>
                  <a:pt x="106822" y="142430"/>
                </a:moveTo>
                <a:cubicBezTo>
                  <a:pt x="126475" y="142430"/>
                  <a:pt x="142430" y="126475"/>
                  <a:pt x="142430" y="106822"/>
                </a:cubicBezTo>
                <a:cubicBezTo>
                  <a:pt x="142430" y="87170"/>
                  <a:pt x="126475" y="71215"/>
                  <a:pt x="106822" y="71215"/>
                </a:cubicBezTo>
                <a:cubicBezTo>
                  <a:pt x="87170" y="71215"/>
                  <a:pt x="71215" y="87170"/>
                  <a:pt x="71215" y="106822"/>
                </a:cubicBezTo>
                <a:cubicBezTo>
                  <a:pt x="71215" y="126475"/>
                  <a:pt x="87170" y="142430"/>
                  <a:pt x="106822" y="14243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1583227" y="5110387"/>
            <a:ext cx="731140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Hyderabad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58379" y="4593843"/>
            <a:ext cx="2495372" cy="862176"/>
          </a:xfrm>
          <a:custGeom>
            <a:avLst/>
            <a:gdLst/>
            <a:ahLst/>
            <a:cxnLst/>
            <a:rect l="l" t="t" r="r" b="b"/>
            <a:pathLst>
              <a:path w="2495372" h="862176">
                <a:moveTo>
                  <a:pt x="75966" y="0"/>
                </a:moveTo>
                <a:lnTo>
                  <a:pt x="2419406" y="0"/>
                </a:lnTo>
                <a:cubicBezTo>
                  <a:pt x="2461361" y="0"/>
                  <a:pt x="2495372" y="34011"/>
                  <a:pt x="2495372" y="75966"/>
                </a:cubicBezTo>
                <a:lnTo>
                  <a:pt x="2495372" y="786209"/>
                </a:lnTo>
                <a:cubicBezTo>
                  <a:pt x="2495372" y="828164"/>
                  <a:pt x="2461361" y="862176"/>
                  <a:pt x="2419406" y="862176"/>
                </a:cubicBezTo>
                <a:lnTo>
                  <a:pt x="75966" y="862176"/>
                </a:lnTo>
                <a:cubicBezTo>
                  <a:pt x="34011" y="862176"/>
                  <a:pt x="0" y="828164"/>
                  <a:pt x="0" y="786209"/>
                </a:cubicBezTo>
                <a:lnTo>
                  <a:pt x="0" y="75966"/>
                </a:lnTo>
                <a:cubicBezTo>
                  <a:pt x="0" y="34039"/>
                  <a:pt x="34039" y="0"/>
                  <a:pt x="75966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01972" y="4749564"/>
            <a:ext cx="213645" cy="284860"/>
          </a:xfrm>
          <a:custGeom>
            <a:avLst/>
            <a:gdLst/>
            <a:ahLst/>
            <a:cxnLst/>
            <a:rect l="l" t="t" r="r" b="b"/>
            <a:pathLst>
              <a:path w="213645" h="284860">
                <a:moveTo>
                  <a:pt x="0" y="104931"/>
                </a:moveTo>
                <a:cubicBezTo>
                  <a:pt x="0" y="46957"/>
                  <a:pt x="47848" y="0"/>
                  <a:pt x="106822" y="0"/>
                </a:cubicBezTo>
                <a:cubicBezTo>
                  <a:pt x="165797" y="0"/>
                  <a:pt x="213645" y="46957"/>
                  <a:pt x="213645" y="104931"/>
                </a:cubicBezTo>
                <a:cubicBezTo>
                  <a:pt x="213645" y="171305"/>
                  <a:pt x="146770" y="250866"/>
                  <a:pt x="118840" y="281188"/>
                </a:cubicBezTo>
                <a:cubicBezTo>
                  <a:pt x="112275" y="288309"/>
                  <a:pt x="101314" y="288309"/>
                  <a:pt x="94749" y="281188"/>
                </a:cubicBezTo>
                <a:cubicBezTo>
                  <a:pt x="66820" y="250866"/>
                  <a:pt x="-56" y="171305"/>
                  <a:pt x="-56" y="104931"/>
                </a:cubicBezTo>
                <a:close/>
                <a:moveTo>
                  <a:pt x="106822" y="142430"/>
                </a:moveTo>
                <a:cubicBezTo>
                  <a:pt x="126475" y="142430"/>
                  <a:pt x="142430" y="126475"/>
                  <a:pt x="142430" y="106822"/>
                </a:cubicBezTo>
                <a:cubicBezTo>
                  <a:pt x="142430" y="87170"/>
                  <a:pt x="126475" y="71215"/>
                  <a:pt x="106822" y="71215"/>
                </a:cubicBezTo>
                <a:cubicBezTo>
                  <a:pt x="87170" y="71215"/>
                  <a:pt x="71215" y="87170"/>
                  <a:pt x="71215" y="106822"/>
                </a:cubicBezTo>
                <a:cubicBezTo>
                  <a:pt x="71215" y="126475"/>
                  <a:pt x="87170" y="142430"/>
                  <a:pt x="106822" y="14243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417938" y="5110387"/>
            <a:ext cx="37981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Pune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33146" y="1538249"/>
            <a:ext cx="5467409" cy="691260"/>
          </a:xfrm>
          <a:custGeom>
            <a:avLst/>
            <a:gdLst/>
            <a:ahLst/>
            <a:cxnLst/>
            <a:rect l="l" t="t" r="r" b="b"/>
            <a:pathLst>
              <a:path w="5467409" h="691260">
                <a:moveTo>
                  <a:pt x="151925" y="0"/>
                </a:moveTo>
                <a:lnTo>
                  <a:pt x="5315484" y="0"/>
                </a:lnTo>
                <a:cubicBezTo>
                  <a:pt x="5399390" y="0"/>
                  <a:pt x="5467409" y="68019"/>
                  <a:pt x="5467409" y="151925"/>
                </a:cubicBezTo>
                <a:lnTo>
                  <a:pt x="5467409" y="539335"/>
                </a:lnTo>
                <a:cubicBezTo>
                  <a:pt x="5467409" y="623241"/>
                  <a:pt x="5399390" y="691260"/>
                  <a:pt x="5315484" y="691260"/>
                </a:cubicBezTo>
                <a:lnTo>
                  <a:pt x="151925" y="691260"/>
                </a:lnTo>
                <a:cubicBezTo>
                  <a:pt x="68075" y="691260"/>
                  <a:pt x="0" y="623184"/>
                  <a:pt x="0" y="539335"/>
                </a:cubicBezTo>
                <a:lnTo>
                  <a:pt x="0" y="151925"/>
                </a:lnTo>
                <a:cubicBezTo>
                  <a:pt x="0" y="68075"/>
                  <a:pt x="68075" y="0"/>
                  <a:pt x="15192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58484" y="1663585"/>
            <a:ext cx="442482" cy="442482"/>
          </a:xfrm>
          <a:custGeom>
            <a:avLst/>
            <a:gdLst/>
            <a:ahLst/>
            <a:cxnLst/>
            <a:rect l="l" t="t" r="r" b="b"/>
            <a:pathLst>
              <a:path w="442482" h="442482">
                <a:moveTo>
                  <a:pt x="113944" y="0"/>
                </a:moveTo>
                <a:lnTo>
                  <a:pt x="328539" y="0"/>
                </a:lnTo>
                <a:cubicBezTo>
                  <a:pt x="391468" y="0"/>
                  <a:pt x="442482" y="51014"/>
                  <a:pt x="442482" y="113944"/>
                </a:cubicBezTo>
                <a:lnTo>
                  <a:pt x="442482" y="328539"/>
                </a:lnTo>
                <a:cubicBezTo>
                  <a:pt x="442482" y="391468"/>
                  <a:pt x="391468" y="442482"/>
                  <a:pt x="328539" y="442482"/>
                </a:cubicBezTo>
                <a:lnTo>
                  <a:pt x="113944" y="442482"/>
                </a:lnTo>
                <a:cubicBezTo>
                  <a:pt x="51014" y="442482"/>
                  <a:pt x="0" y="391468"/>
                  <a:pt x="0" y="328539"/>
                </a:cubicBezTo>
                <a:lnTo>
                  <a:pt x="0" y="113944"/>
                </a:lnTo>
                <a:cubicBezTo>
                  <a:pt x="0" y="51056"/>
                  <a:pt x="51056" y="0"/>
                  <a:pt x="113944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2338" y="1750942"/>
            <a:ext cx="170916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20607" y="1655989"/>
            <a:ext cx="473816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New Workshop Signup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20607" y="1921858"/>
            <a:ext cx="472867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Fill online form → Receive quote based on pit count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33146" y="2313064"/>
            <a:ext cx="5467409" cy="691260"/>
          </a:xfrm>
          <a:custGeom>
            <a:avLst/>
            <a:gdLst/>
            <a:ahLst/>
            <a:cxnLst/>
            <a:rect l="l" t="t" r="r" b="b"/>
            <a:pathLst>
              <a:path w="5467409" h="691260">
                <a:moveTo>
                  <a:pt x="151925" y="0"/>
                </a:moveTo>
                <a:lnTo>
                  <a:pt x="5315484" y="0"/>
                </a:lnTo>
                <a:cubicBezTo>
                  <a:pt x="5399390" y="0"/>
                  <a:pt x="5467409" y="68019"/>
                  <a:pt x="5467409" y="151925"/>
                </a:cubicBezTo>
                <a:lnTo>
                  <a:pt x="5467409" y="539335"/>
                </a:lnTo>
                <a:cubicBezTo>
                  <a:pt x="5467409" y="623241"/>
                  <a:pt x="5399390" y="691260"/>
                  <a:pt x="5315484" y="691260"/>
                </a:cubicBezTo>
                <a:lnTo>
                  <a:pt x="151925" y="691260"/>
                </a:lnTo>
                <a:cubicBezTo>
                  <a:pt x="68075" y="691260"/>
                  <a:pt x="0" y="623184"/>
                  <a:pt x="0" y="539335"/>
                </a:cubicBezTo>
                <a:lnTo>
                  <a:pt x="0" y="151925"/>
                </a:lnTo>
                <a:cubicBezTo>
                  <a:pt x="0" y="68075"/>
                  <a:pt x="68075" y="0"/>
                  <a:pt x="15192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58484" y="2438400"/>
            <a:ext cx="442482" cy="442482"/>
          </a:xfrm>
          <a:custGeom>
            <a:avLst/>
            <a:gdLst/>
            <a:ahLst/>
            <a:cxnLst/>
            <a:rect l="l" t="t" r="r" b="b"/>
            <a:pathLst>
              <a:path w="442482" h="442482">
                <a:moveTo>
                  <a:pt x="113944" y="0"/>
                </a:moveTo>
                <a:lnTo>
                  <a:pt x="328539" y="0"/>
                </a:lnTo>
                <a:cubicBezTo>
                  <a:pt x="391468" y="0"/>
                  <a:pt x="442482" y="51014"/>
                  <a:pt x="442482" y="113944"/>
                </a:cubicBezTo>
                <a:lnTo>
                  <a:pt x="442482" y="328539"/>
                </a:lnTo>
                <a:cubicBezTo>
                  <a:pt x="442482" y="391468"/>
                  <a:pt x="391468" y="442482"/>
                  <a:pt x="328539" y="442482"/>
                </a:cubicBezTo>
                <a:lnTo>
                  <a:pt x="113944" y="442482"/>
                </a:lnTo>
                <a:cubicBezTo>
                  <a:pt x="51014" y="442482"/>
                  <a:pt x="0" y="391468"/>
                  <a:pt x="0" y="328539"/>
                </a:cubicBezTo>
                <a:lnTo>
                  <a:pt x="0" y="113944"/>
                </a:lnTo>
                <a:cubicBezTo>
                  <a:pt x="0" y="51056"/>
                  <a:pt x="51056" y="0"/>
                  <a:pt x="113944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 w="2032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8806" y="2525757"/>
            <a:ext cx="199402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20607" y="2430804"/>
            <a:ext cx="473816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Order Hardware Kits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20607" y="2696673"/>
            <a:ext cx="472867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Pre-configured ESP32s shipped with cameras &amp; accessories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3146" y="3087879"/>
            <a:ext cx="5467409" cy="691260"/>
          </a:xfrm>
          <a:custGeom>
            <a:avLst/>
            <a:gdLst/>
            <a:ahLst/>
            <a:cxnLst/>
            <a:rect l="l" t="t" r="r" b="b"/>
            <a:pathLst>
              <a:path w="5467409" h="691260">
                <a:moveTo>
                  <a:pt x="151925" y="0"/>
                </a:moveTo>
                <a:lnTo>
                  <a:pt x="5315484" y="0"/>
                </a:lnTo>
                <a:cubicBezTo>
                  <a:pt x="5399390" y="0"/>
                  <a:pt x="5467409" y="68019"/>
                  <a:pt x="5467409" y="151925"/>
                </a:cubicBezTo>
                <a:lnTo>
                  <a:pt x="5467409" y="539335"/>
                </a:lnTo>
                <a:cubicBezTo>
                  <a:pt x="5467409" y="623241"/>
                  <a:pt x="5399390" y="691260"/>
                  <a:pt x="5315484" y="691260"/>
                </a:cubicBezTo>
                <a:lnTo>
                  <a:pt x="151925" y="691260"/>
                </a:lnTo>
                <a:cubicBezTo>
                  <a:pt x="68075" y="691260"/>
                  <a:pt x="0" y="623184"/>
                  <a:pt x="0" y="539335"/>
                </a:cubicBezTo>
                <a:lnTo>
                  <a:pt x="0" y="151925"/>
                </a:lnTo>
                <a:cubicBezTo>
                  <a:pt x="0" y="68075"/>
                  <a:pt x="68075" y="0"/>
                  <a:pt x="15192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58484" y="3213224"/>
            <a:ext cx="442482" cy="442482"/>
          </a:xfrm>
          <a:custGeom>
            <a:avLst/>
            <a:gdLst/>
            <a:ahLst/>
            <a:cxnLst/>
            <a:rect l="l" t="t" r="r" b="b"/>
            <a:pathLst>
              <a:path w="442482" h="442482">
                <a:moveTo>
                  <a:pt x="113944" y="0"/>
                </a:moveTo>
                <a:lnTo>
                  <a:pt x="328539" y="0"/>
                </a:lnTo>
                <a:cubicBezTo>
                  <a:pt x="391468" y="0"/>
                  <a:pt x="442482" y="51014"/>
                  <a:pt x="442482" y="113944"/>
                </a:cubicBezTo>
                <a:lnTo>
                  <a:pt x="442482" y="328539"/>
                </a:lnTo>
                <a:cubicBezTo>
                  <a:pt x="442482" y="391468"/>
                  <a:pt x="391468" y="442482"/>
                  <a:pt x="328539" y="442482"/>
                </a:cubicBezTo>
                <a:lnTo>
                  <a:pt x="113944" y="442482"/>
                </a:lnTo>
                <a:cubicBezTo>
                  <a:pt x="51014" y="442482"/>
                  <a:pt x="0" y="391468"/>
                  <a:pt x="0" y="328539"/>
                </a:cubicBezTo>
                <a:lnTo>
                  <a:pt x="0" y="113944"/>
                </a:lnTo>
                <a:cubicBezTo>
                  <a:pt x="0" y="51056"/>
                  <a:pt x="51056" y="0"/>
                  <a:pt x="113944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5958" y="3300581"/>
            <a:ext cx="199402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20607" y="3205628"/>
            <a:ext cx="473816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Remote Setup (24h)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20607" y="3471497"/>
            <a:ext cx="472867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VPN credentials via email → Video call assistance → Remote testing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3146" y="3862703"/>
            <a:ext cx="5467409" cy="691260"/>
          </a:xfrm>
          <a:custGeom>
            <a:avLst/>
            <a:gdLst/>
            <a:ahLst/>
            <a:cxnLst/>
            <a:rect l="l" t="t" r="r" b="b"/>
            <a:pathLst>
              <a:path w="5467409" h="691260">
                <a:moveTo>
                  <a:pt x="151925" y="0"/>
                </a:moveTo>
                <a:lnTo>
                  <a:pt x="5315484" y="0"/>
                </a:lnTo>
                <a:cubicBezTo>
                  <a:pt x="5399390" y="0"/>
                  <a:pt x="5467409" y="68019"/>
                  <a:pt x="5467409" y="151925"/>
                </a:cubicBezTo>
                <a:lnTo>
                  <a:pt x="5467409" y="539335"/>
                </a:lnTo>
                <a:cubicBezTo>
                  <a:pt x="5467409" y="623241"/>
                  <a:pt x="5399390" y="691260"/>
                  <a:pt x="5315484" y="691260"/>
                </a:cubicBezTo>
                <a:lnTo>
                  <a:pt x="151925" y="691260"/>
                </a:lnTo>
                <a:cubicBezTo>
                  <a:pt x="68075" y="691260"/>
                  <a:pt x="0" y="623184"/>
                  <a:pt x="0" y="539335"/>
                </a:cubicBezTo>
                <a:lnTo>
                  <a:pt x="0" y="151925"/>
                </a:lnTo>
                <a:cubicBezTo>
                  <a:pt x="0" y="68075"/>
                  <a:pt x="68075" y="0"/>
                  <a:pt x="15192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58484" y="3988039"/>
            <a:ext cx="442482" cy="442482"/>
          </a:xfrm>
          <a:custGeom>
            <a:avLst/>
            <a:gdLst/>
            <a:ahLst/>
            <a:cxnLst/>
            <a:rect l="l" t="t" r="r" b="b"/>
            <a:pathLst>
              <a:path w="442482" h="442482">
                <a:moveTo>
                  <a:pt x="113944" y="0"/>
                </a:moveTo>
                <a:lnTo>
                  <a:pt x="328539" y="0"/>
                </a:lnTo>
                <a:cubicBezTo>
                  <a:pt x="391468" y="0"/>
                  <a:pt x="442482" y="51014"/>
                  <a:pt x="442482" y="113944"/>
                </a:cubicBezTo>
                <a:lnTo>
                  <a:pt x="442482" y="328539"/>
                </a:lnTo>
                <a:cubicBezTo>
                  <a:pt x="442482" y="391468"/>
                  <a:pt x="391468" y="442482"/>
                  <a:pt x="328539" y="442482"/>
                </a:cubicBezTo>
                <a:lnTo>
                  <a:pt x="113944" y="442482"/>
                </a:lnTo>
                <a:cubicBezTo>
                  <a:pt x="51014" y="442482"/>
                  <a:pt x="0" y="391468"/>
                  <a:pt x="0" y="328539"/>
                </a:cubicBezTo>
                <a:lnTo>
                  <a:pt x="0" y="113944"/>
                </a:lnTo>
                <a:cubicBezTo>
                  <a:pt x="0" y="51056"/>
                  <a:pt x="51056" y="0"/>
                  <a:pt x="113944" y="0"/>
                </a:cubicBezTo>
                <a:close/>
              </a:path>
            </a:pathLst>
          </a:custGeom>
          <a:solidFill>
            <a:srgbClr val="F97316">
              <a:alpha val="30196"/>
            </a:srgbClr>
          </a:solidFill>
          <a:ln w="2032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3347" y="4075396"/>
            <a:ext cx="20889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20607" y="3980443"/>
            <a:ext cx="473816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Go Live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20607" y="4246312"/>
            <a:ext cx="472867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Owner dashboard training → Create first job → System operational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36944" y="4641316"/>
            <a:ext cx="5465510" cy="698856"/>
          </a:xfrm>
          <a:custGeom>
            <a:avLst/>
            <a:gdLst/>
            <a:ahLst/>
            <a:cxnLst/>
            <a:rect l="l" t="t" r="r" b="b"/>
            <a:pathLst>
              <a:path w="5465510" h="698856">
                <a:moveTo>
                  <a:pt x="151924" y="0"/>
                </a:moveTo>
                <a:lnTo>
                  <a:pt x="5313586" y="0"/>
                </a:lnTo>
                <a:cubicBezTo>
                  <a:pt x="5397491" y="0"/>
                  <a:pt x="5465510" y="68019"/>
                  <a:pt x="5465510" y="151924"/>
                </a:cubicBezTo>
                <a:lnTo>
                  <a:pt x="5465510" y="546932"/>
                </a:lnTo>
                <a:cubicBezTo>
                  <a:pt x="5465510" y="630837"/>
                  <a:pt x="5397491" y="698856"/>
                  <a:pt x="5313586" y="698856"/>
                </a:cubicBezTo>
                <a:lnTo>
                  <a:pt x="151924" y="698856"/>
                </a:lnTo>
                <a:cubicBezTo>
                  <a:pt x="68075" y="698856"/>
                  <a:pt x="0" y="630781"/>
                  <a:pt x="0" y="546932"/>
                </a:cubicBezTo>
                <a:lnTo>
                  <a:pt x="0" y="151924"/>
                </a:lnTo>
                <a:cubicBezTo>
                  <a:pt x="0" y="68075"/>
                  <a:pt x="68075" y="0"/>
                  <a:pt x="151924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50000">
                <a:srgbClr val="3B82F6">
                  <a:alpha val="30000"/>
                </a:srgbClr>
              </a:gs>
              <a:gs pos="100000">
                <a:srgbClr val="06B6D4">
                  <a:alpha val="30000"/>
                </a:srgbClr>
              </a:gs>
            </a:gsLst>
            <a:lin ang="0" scaled="1"/>
          </a:gradFill>
          <a:ln w="20320">
            <a:solidFill>
              <a:srgbClr val="10B98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51273" y="4876806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cubicBezTo>
                  <a:pt x="176831" y="0"/>
                  <a:pt x="227888" y="51057"/>
                  <a:pt x="227888" y="113944"/>
                </a:cubicBezTo>
                <a:cubicBezTo>
                  <a:pt x="227888" y="176831"/>
                  <a:pt x="176831" y="227888"/>
                  <a:pt x="113944" y="227888"/>
                </a:cubicBezTo>
                <a:cubicBezTo>
                  <a:pt x="51057" y="227888"/>
                  <a:pt x="0" y="176831"/>
                  <a:pt x="0" y="113944"/>
                </a:cubicBezTo>
                <a:cubicBezTo>
                  <a:pt x="0" y="51057"/>
                  <a:pt x="51057" y="0"/>
                  <a:pt x="113944" y="0"/>
                </a:cubicBezTo>
                <a:close/>
                <a:moveTo>
                  <a:pt x="103262" y="53411"/>
                </a:moveTo>
                <a:lnTo>
                  <a:pt x="103262" y="113944"/>
                </a:lnTo>
                <a:cubicBezTo>
                  <a:pt x="103262" y="117505"/>
                  <a:pt x="105042" y="120843"/>
                  <a:pt x="108024" y="122846"/>
                </a:cubicBezTo>
                <a:lnTo>
                  <a:pt x="150753" y="151332"/>
                </a:lnTo>
                <a:cubicBezTo>
                  <a:pt x="155649" y="154625"/>
                  <a:pt x="162281" y="153290"/>
                  <a:pt x="165575" y="148350"/>
                </a:cubicBezTo>
                <a:cubicBezTo>
                  <a:pt x="168868" y="143409"/>
                  <a:pt x="167533" y="136822"/>
                  <a:pt x="162593" y="133528"/>
                </a:cubicBezTo>
                <a:lnTo>
                  <a:pt x="124626" y="108247"/>
                </a:lnTo>
                <a:lnTo>
                  <a:pt x="124626" y="53411"/>
                </a:lnTo>
                <a:cubicBezTo>
                  <a:pt x="124626" y="47491"/>
                  <a:pt x="119864" y="42729"/>
                  <a:pt x="113944" y="42729"/>
                </a:cubicBezTo>
                <a:cubicBezTo>
                  <a:pt x="108024" y="42729"/>
                  <a:pt x="103262" y="47491"/>
                  <a:pt x="103262" y="5341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8116843" y="4762862"/>
            <a:ext cx="189906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Timeline: 3-5 Days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126338" y="5028731"/>
            <a:ext cx="188007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signup to fully operational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172344" y="4876806"/>
            <a:ext cx="199402" cy="227888"/>
          </a:xfrm>
          <a:custGeom>
            <a:avLst/>
            <a:gdLst/>
            <a:ahLst/>
            <a:cxnLst/>
            <a:rect l="l" t="t" r="r" b="b"/>
            <a:pathLst>
              <a:path w="199402" h="227888">
                <a:moveTo>
                  <a:pt x="99701" y="28486"/>
                </a:moveTo>
                <a:cubicBezTo>
                  <a:pt x="64539" y="28486"/>
                  <a:pt x="35296" y="53990"/>
                  <a:pt x="29510" y="87550"/>
                </a:cubicBezTo>
                <a:cubicBezTo>
                  <a:pt x="33649" y="86215"/>
                  <a:pt x="38100" y="85458"/>
                  <a:pt x="42729" y="85458"/>
                </a:cubicBezTo>
                <a:lnTo>
                  <a:pt x="49850" y="85458"/>
                </a:lnTo>
                <a:cubicBezTo>
                  <a:pt x="61645" y="85458"/>
                  <a:pt x="71215" y="95027"/>
                  <a:pt x="71215" y="106822"/>
                </a:cubicBezTo>
                <a:lnTo>
                  <a:pt x="71215" y="149551"/>
                </a:lnTo>
                <a:cubicBezTo>
                  <a:pt x="71215" y="161346"/>
                  <a:pt x="61645" y="170916"/>
                  <a:pt x="49850" y="170916"/>
                </a:cubicBezTo>
                <a:lnTo>
                  <a:pt x="42729" y="170916"/>
                </a:lnTo>
                <a:cubicBezTo>
                  <a:pt x="19139" y="170916"/>
                  <a:pt x="0" y="151777"/>
                  <a:pt x="0" y="128187"/>
                </a:cubicBezTo>
                <a:lnTo>
                  <a:pt x="0" y="99701"/>
                </a:lnTo>
                <a:cubicBezTo>
                  <a:pt x="0" y="44643"/>
                  <a:pt x="44643" y="0"/>
                  <a:pt x="99701" y="0"/>
                </a:cubicBezTo>
                <a:cubicBezTo>
                  <a:pt x="154759" y="0"/>
                  <a:pt x="199402" y="44643"/>
                  <a:pt x="199402" y="99701"/>
                </a:cubicBezTo>
                <a:lnTo>
                  <a:pt x="199402" y="174521"/>
                </a:lnTo>
                <a:cubicBezTo>
                  <a:pt x="199402" y="204031"/>
                  <a:pt x="175456" y="227932"/>
                  <a:pt x="145946" y="227932"/>
                </a:cubicBezTo>
                <a:lnTo>
                  <a:pt x="106822" y="227888"/>
                </a:lnTo>
                <a:lnTo>
                  <a:pt x="92579" y="227888"/>
                </a:lnTo>
                <a:cubicBezTo>
                  <a:pt x="80784" y="227888"/>
                  <a:pt x="71215" y="218318"/>
                  <a:pt x="71215" y="206523"/>
                </a:cubicBezTo>
                <a:cubicBezTo>
                  <a:pt x="71215" y="194728"/>
                  <a:pt x="80784" y="185159"/>
                  <a:pt x="92579" y="185159"/>
                </a:cubicBezTo>
                <a:lnTo>
                  <a:pt x="106822" y="185159"/>
                </a:lnTo>
                <a:cubicBezTo>
                  <a:pt x="118617" y="185159"/>
                  <a:pt x="128187" y="194728"/>
                  <a:pt x="128187" y="206523"/>
                </a:cubicBezTo>
                <a:lnTo>
                  <a:pt x="128187" y="206523"/>
                </a:lnTo>
                <a:lnTo>
                  <a:pt x="145991" y="206523"/>
                </a:lnTo>
                <a:cubicBezTo>
                  <a:pt x="163705" y="206523"/>
                  <a:pt x="178037" y="192191"/>
                  <a:pt x="178037" y="174477"/>
                </a:cubicBezTo>
                <a:lnTo>
                  <a:pt x="178037" y="165174"/>
                </a:lnTo>
                <a:cubicBezTo>
                  <a:pt x="171762" y="168824"/>
                  <a:pt x="164462" y="170871"/>
                  <a:pt x="156673" y="170871"/>
                </a:cubicBezTo>
                <a:lnTo>
                  <a:pt x="149551" y="170871"/>
                </a:lnTo>
                <a:cubicBezTo>
                  <a:pt x="137756" y="170871"/>
                  <a:pt x="128187" y="161302"/>
                  <a:pt x="128187" y="149507"/>
                </a:cubicBezTo>
                <a:lnTo>
                  <a:pt x="128187" y="106778"/>
                </a:lnTo>
                <a:cubicBezTo>
                  <a:pt x="128187" y="94983"/>
                  <a:pt x="137756" y="85413"/>
                  <a:pt x="149551" y="85413"/>
                </a:cubicBezTo>
                <a:lnTo>
                  <a:pt x="156673" y="85413"/>
                </a:lnTo>
                <a:cubicBezTo>
                  <a:pt x="161302" y="85413"/>
                  <a:pt x="165708" y="86126"/>
                  <a:pt x="169892" y="87505"/>
                </a:cubicBezTo>
                <a:cubicBezTo>
                  <a:pt x="164106" y="53990"/>
                  <a:pt x="134908" y="28441"/>
                  <a:pt x="99701" y="284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1" name="Shape 49"/>
          <p:cNvSpPr/>
          <p:nvPr/>
        </p:nvSpPr>
        <p:spPr>
          <a:xfrm>
            <a:off x="6333146" y="5427531"/>
            <a:ext cx="5467409" cy="653279"/>
          </a:xfrm>
          <a:custGeom>
            <a:avLst/>
            <a:gdLst/>
            <a:ahLst/>
            <a:cxnLst/>
            <a:rect l="l" t="t" r="r" b="b"/>
            <a:pathLst>
              <a:path w="5467409" h="653279">
                <a:moveTo>
                  <a:pt x="113945" y="0"/>
                </a:moveTo>
                <a:lnTo>
                  <a:pt x="5353465" y="0"/>
                </a:lnTo>
                <a:cubicBezTo>
                  <a:pt x="5416395" y="0"/>
                  <a:pt x="5467409" y="51015"/>
                  <a:pt x="5467409" y="113945"/>
                </a:cubicBezTo>
                <a:lnTo>
                  <a:pt x="5467409" y="539334"/>
                </a:lnTo>
                <a:cubicBezTo>
                  <a:pt x="5467409" y="602264"/>
                  <a:pt x="5416395" y="653279"/>
                  <a:pt x="5353465" y="653279"/>
                </a:cubicBezTo>
                <a:lnTo>
                  <a:pt x="113945" y="653279"/>
                </a:lnTo>
                <a:cubicBezTo>
                  <a:pt x="51015" y="653279"/>
                  <a:pt x="0" y="602264"/>
                  <a:pt x="0" y="539334"/>
                </a:cubicBezTo>
                <a:lnTo>
                  <a:pt x="0" y="113945"/>
                </a:lnTo>
                <a:cubicBezTo>
                  <a:pt x="0" y="51057"/>
                  <a:pt x="51057" y="0"/>
                  <a:pt x="11394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79374" y="5640224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29332" y="101704"/>
                </a:moveTo>
                <a:cubicBezTo>
                  <a:pt x="35251" y="60310"/>
                  <a:pt x="70903" y="28486"/>
                  <a:pt x="113944" y="28486"/>
                </a:cubicBezTo>
                <a:cubicBezTo>
                  <a:pt x="137534" y="28486"/>
                  <a:pt x="158898" y="38055"/>
                  <a:pt x="174388" y="53500"/>
                </a:cubicBezTo>
                <a:cubicBezTo>
                  <a:pt x="174477" y="53589"/>
                  <a:pt x="174566" y="53678"/>
                  <a:pt x="174655" y="53767"/>
                </a:cubicBezTo>
                <a:lnTo>
                  <a:pt x="178037" y="56972"/>
                </a:lnTo>
                <a:lnTo>
                  <a:pt x="156717" y="56972"/>
                </a:lnTo>
                <a:cubicBezTo>
                  <a:pt x="148839" y="56972"/>
                  <a:pt x="142474" y="63337"/>
                  <a:pt x="142474" y="71215"/>
                </a:cubicBezTo>
                <a:cubicBezTo>
                  <a:pt x="142474" y="79093"/>
                  <a:pt x="148839" y="85458"/>
                  <a:pt x="156717" y="85458"/>
                </a:cubicBezTo>
                <a:lnTo>
                  <a:pt x="213689" y="85458"/>
                </a:lnTo>
                <a:cubicBezTo>
                  <a:pt x="221568" y="85458"/>
                  <a:pt x="227932" y="79093"/>
                  <a:pt x="227932" y="71215"/>
                </a:cubicBezTo>
                <a:lnTo>
                  <a:pt x="227932" y="14243"/>
                </a:lnTo>
                <a:cubicBezTo>
                  <a:pt x="227932" y="6365"/>
                  <a:pt x="221568" y="0"/>
                  <a:pt x="213689" y="0"/>
                </a:cubicBezTo>
                <a:cubicBezTo>
                  <a:pt x="205811" y="0"/>
                  <a:pt x="199446" y="6365"/>
                  <a:pt x="199446" y="14243"/>
                </a:cubicBezTo>
                <a:lnTo>
                  <a:pt x="199446" y="38011"/>
                </a:lnTo>
                <a:lnTo>
                  <a:pt x="194417" y="33248"/>
                </a:lnTo>
                <a:cubicBezTo>
                  <a:pt x="173809" y="12730"/>
                  <a:pt x="145323" y="0"/>
                  <a:pt x="113944" y="0"/>
                </a:cubicBezTo>
                <a:cubicBezTo>
                  <a:pt x="56527" y="0"/>
                  <a:pt x="9035" y="42462"/>
                  <a:pt x="1157" y="97698"/>
                </a:cubicBezTo>
                <a:cubicBezTo>
                  <a:pt x="45" y="105487"/>
                  <a:pt x="5430" y="112698"/>
                  <a:pt x="13219" y="113810"/>
                </a:cubicBezTo>
                <a:cubicBezTo>
                  <a:pt x="21008" y="114923"/>
                  <a:pt x="28219" y="109493"/>
                  <a:pt x="29332" y="101748"/>
                </a:cubicBezTo>
                <a:close/>
                <a:moveTo>
                  <a:pt x="226731" y="130190"/>
                </a:moveTo>
                <a:cubicBezTo>
                  <a:pt x="227843" y="122401"/>
                  <a:pt x="222413" y="115190"/>
                  <a:pt x="214669" y="114077"/>
                </a:cubicBezTo>
                <a:cubicBezTo>
                  <a:pt x="206924" y="112965"/>
                  <a:pt x="199669" y="118395"/>
                  <a:pt x="198556" y="126139"/>
                </a:cubicBezTo>
                <a:cubicBezTo>
                  <a:pt x="192636" y="167533"/>
                  <a:pt x="156984" y="199357"/>
                  <a:pt x="113944" y="199357"/>
                </a:cubicBezTo>
                <a:cubicBezTo>
                  <a:pt x="90354" y="199357"/>
                  <a:pt x="68989" y="189788"/>
                  <a:pt x="53500" y="174343"/>
                </a:cubicBezTo>
                <a:cubicBezTo>
                  <a:pt x="53411" y="174254"/>
                  <a:pt x="53322" y="174165"/>
                  <a:pt x="53233" y="174076"/>
                </a:cubicBezTo>
                <a:lnTo>
                  <a:pt x="49850" y="170871"/>
                </a:lnTo>
                <a:lnTo>
                  <a:pt x="71170" y="170871"/>
                </a:lnTo>
                <a:cubicBezTo>
                  <a:pt x="79049" y="170871"/>
                  <a:pt x="85413" y="164507"/>
                  <a:pt x="85413" y="156628"/>
                </a:cubicBezTo>
                <a:cubicBezTo>
                  <a:pt x="85413" y="148750"/>
                  <a:pt x="79049" y="142385"/>
                  <a:pt x="71170" y="142385"/>
                </a:cubicBezTo>
                <a:lnTo>
                  <a:pt x="14243" y="142430"/>
                </a:lnTo>
                <a:cubicBezTo>
                  <a:pt x="10460" y="142430"/>
                  <a:pt x="6810" y="143943"/>
                  <a:pt x="4139" y="146658"/>
                </a:cubicBezTo>
                <a:cubicBezTo>
                  <a:pt x="1469" y="149373"/>
                  <a:pt x="-45" y="152979"/>
                  <a:pt x="0" y="156806"/>
                </a:cubicBezTo>
                <a:lnTo>
                  <a:pt x="445" y="213333"/>
                </a:lnTo>
                <a:cubicBezTo>
                  <a:pt x="490" y="221211"/>
                  <a:pt x="6943" y="227532"/>
                  <a:pt x="14822" y="227443"/>
                </a:cubicBezTo>
                <a:cubicBezTo>
                  <a:pt x="22700" y="227354"/>
                  <a:pt x="29020" y="220944"/>
                  <a:pt x="28931" y="213066"/>
                </a:cubicBezTo>
                <a:lnTo>
                  <a:pt x="28753" y="190144"/>
                </a:lnTo>
                <a:lnTo>
                  <a:pt x="33516" y="194639"/>
                </a:lnTo>
                <a:cubicBezTo>
                  <a:pt x="54123" y="215158"/>
                  <a:pt x="82565" y="227888"/>
                  <a:pt x="113944" y="227888"/>
                </a:cubicBezTo>
                <a:cubicBezTo>
                  <a:pt x="171361" y="227888"/>
                  <a:pt x="218852" y="185426"/>
                  <a:pt x="226731" y="13019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6849692" y="5545271"/>
            <a:ext cx="2411813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24/7 Support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49692" y="5773159"/>
            <a:ext cx="240231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monitoring + WhatsApp support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2131695" cy="312420"/>
          </a:xfrm>
          <a:custGeom>
            <a:avLst/>
            <a:gdLst/>
            <a:ahLst/>
            <a:cxnLst/>
            <a:rect l="l" t="t" r="r" b="b"/>
            <a:pathLst>
              <a:path w="2131695" h="312420">
                <a:moveTo>
                  <a:pt x="156210" y="0"/>
                </a:moveTo>
                <a:lnTo>
                  <a:pt x="1975485" y="0"/>
                </a:lnTo>
                <a:cubicBezTo>
                  <a:pt x="2061757" y="0"/>
                  <a:pt x="2131695" y="69938"/>
                  <a:pt x="2131695" y="156210"/>
                </a:cubicBezTo>
                <a:lnTo>
                  <a:pt x="2131695" y="156210"/>
                </a:lnTo>
                <a:cubicBezTo>
                  <a:pt x="2131695" y="242482"/>
                  <a:pt x="2061757" y="312420"/>
                  <a:pt x="1975485" y="312420"/>
                </a:cubicBezTo>
                <a:lnTo>
                  <a:pt x="156210" y="312420"/>
                </a:lnTo>
                <a:cubicBezTo>
                  <a:pt x="69938" y="312420"/>
                  <a:pt x="0" y="242482"/>
                  <a:pt x="0" y="156210"/>
                </a:cubicBezTo>
                <a:lnTo>
                  <a:pt x="0" y="156210"/>
                </a:lnTo>
                <a:cubicBezTo>
                  <a:pt x="0" y="69938"/>
                  <a:pt x="69938" y="0"/>
                  <a:pt x="15621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020" y="472446"/>
            <a:ext cx="18897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ADVANTAGES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7246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Why Our System Wins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38256"/>
            <a:ext cx="11418570" cy="3589020"/>
          </a:xfrm>
          <a:custGeom>
            <a:avLst/>
            <a:gdLst/>
            <a:ahLst/>
            <a:cxnLst/>
            <a:rect l="l" t="t" r="r" b="b"/>
            <a:pathLst>
              <a:path w="11418570" h="3589020">
                <a:moveTo>
                  <a:pt x="152390" y="0"/>
                </a:moveTo>
                <a:lnTo>
                  <a:pt x="11266180" y="0"/>
                </a:lnTo>
                <a:cubicBezTo>
                  <a:pt x="11350343" y="0"/>
                  <a:pt x="11418570" y="68227"/>
                  <a:pt x="11418570" y="152390"/>
                </a:cubicBezTo>
                <a:lnTo>
                  <a:pt x="11418570" y="3436630"/>
                </a:lnTo>
                <a:cubicBezTo>
                  <a:pt x="11418570" y="3520793"/>
                  <a:pt x="11350343" y="3589020"/>
                  <a:pt x="11266180" y="3589020"/>
                </a:cubicBezTo>
                <a:lnTo>
                  <a:pt x="152390" y="3589020"/>
                </a:lnTo>
                <a:cubicBezTo>
                  <a:pt x="68227" y="3589020"/>
                  <a:pt x="0" y="3520793"/>
                  <a:pt x="0" y="3436630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56364"/>
          <a:ext cx="11182350" cy="3352800"/>
        </p:xfrm>
        <a:graphic>
          <a:graphicData uri="http://schemas.openxmlformats.org/drawingml/2006/table">
            <a:tbl>
              <a:tblPr/>
              <a:tblGrid>
                <a:gridCol w="2959754"/>
                <a:gridCol w="2626663"/>
                <a:gridCol w="2845551"/>
                <a:gridCol w="2750382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Feature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Our System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Traditional CCTV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Manual Updates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Customer Access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Live + Login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Owner Only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None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Environmental Data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Real-time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 Sensors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Manual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Job Tracking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Automated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None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Phone Calls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Scalability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Unlimited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Limited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N/A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Remote Management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Cloud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Local Only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N/A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Business Model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Recurring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One-time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N/A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Installation Time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4-6 Hours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2-3 Days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N/A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88620" y="4914065"/>
            <a:ext cx="11416665" cy="510540"/>
          </a:xfrm>
          <a:custGeom>
            <a:avLst/>
            <a:gdLst/>
            <a:ahLst/>
            <a:cxnLst/>
            <a:rect l="l" t="t" r="r" b="b"/>
            <a:pathLst>
              <a:path w="11416665" h="510540">
                <a:moveTo>
                  <a:pt x="152401" y="0"/>
                </a:moveTo>
                <a:lnTo>
                  <a:pt x="11264264" y="0"/>
                </a:lnTo>
                <a:cubicBezTo>
                  <a:pt x="11348433" y="0"/>
                  <a:pt x="11416665" y="68232"/>
                  <a:pt x="11416665" y="152401"/>
                </a:cubicBezTo>
                <a:lnTo>
                  <a:pt x="11416665" y="358139"/>
                </a:lnTo>
                <a:cubicBezTo>
                  <a:pt x="11416665" y="442308"/>
                  <a:pt x="11348433" y="510540"/>
                  <a:pt x="11264264" y="510540"/>
                </a:cubicBezTo>
                <a:lnTo>
                  <a:pt x="152401" y="510540"/>
                </a:lnTo>
                <a:cubicBezTo>
                  <a:pt x="68232" y="510540"/>
                  <a:pt x="0" y="442308"/>
                  <a:pt x="0" y="35813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50000">
                <a:srgbClr val="06B6D4">
                  <a:alpha val="30000"/>
                </a:srgbClr>
              </a:gs>
              <a:gs pos="100000">
                <a:srgbClr val="10B981">
                  <a:alpha val="30000"/>
                </a:srgbClr>
              </a:gs>
            </a:gsLst>
            <a:lin ang="0" scaled="1"/>
          </a:gradFill>
          <a:ln w="20320">
            <a:solidFill>
              <a:srgbClr val="3B82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93181" y="505504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2969419" y="5035990"/>
            <a:ext cx="624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Only IoT Solution Built Specifically for PPF/Car Modification Workshops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370100" y="505504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9791" y="-11564"/>
                </a:moveTo>
                <a:cubicBezTo>
                  <a:pt x="103808" y="-15225"/>
                  <a:pt x="96262" y="-15225"/>
                  <a:pt x="90279" y="-11564"/>
                </a:cubicBezTo>
                <a:cubicBezTo>
                  <a:pt x="79385" y="-4911"/>
                  <a:pt x="72643" y="-3125"/>
                  <a:pt x="59874" y="-3393"/>
                </a:cubicBezTo>
                <a:cubicBezTo>
                  <a:pt x="52864" y="-3572"/>
                  <a:pt x="46345" y="223"/>
                  <a:pt x="42952" y="6385"/>
                </a:cubicBezTo>
                <a:cubicBezTo>
                  <a:pt x="36835" y="17591"/>
                  <a:pt x="31879" y="22547"/>
                  <a:pt x="20672" y="28664"/>
                </a:cubicBezTo>
                <a:cubicBezTo>
                  <a:pt x="14511" y="32013"/>
                  <a:pt x="10760" y="38576"/>
                  <a:pt x="10894" y="45586"/>
                </a:cubicBezTo>
                <a:cubicBezTo>
                  <a:pt x="11207" y="58356"/>
                  <a:pt x="9376" y="65097"/>
                  <a:pt x="2724" y="75992"/>
                </a:cubicBezTo>
                <a:cubicBezTo>
                  <a:pt x="-938" y="81975"/>
                  <a:pt x="-938" y="89520"/>
                  <a:pt x="2724" y="95503"/>
                </a:cubicBezTo>
                <a:cubicBezTo>
                  <a:pt x="9376" y="106397"/>
                  <a:pt x="11162" y="113139"/>
                  <a:pt x="10894" y="125909"/>
                </a:cubicBezTo>
                <a:cubicBezTo>
                  <a:pt x="10716" y="132918"/>
                  <a:pt x="14511" y="139437"/>
                  <a:pt x="20672" y="142830"/>
                </a:cubicBezTo>
                <a:cubicBezTo>
                  <a:pt x="30540" y="148233"/>
                  <a:pt x="35540" y="152698"/>
                  <a:pt x="40809" y="161359"/>
                </a:cubicBezTo>
                <a:lnTo>
                  <a:pt x="19065" y="204713"/>
                </a:lnTo>
                <a:cubicBezTo>
                  <a:pt x="16431" y="210026"/>
                  <a:pt x="18574" y="216456"/>
                  <a:pt x="23842" y="219090"/>
                </a:cubicBezTo>
                <a:lnTo>
                  <a:pt x="62240" y="238289"/>
                </a:lnTo>
                <a:cubicBezTo>
                  <a:pt x="67374" y="240834"/>
                  <a:pt x="73625" y="238914"/>
                  <a:pt x="76393" y="233913"/>
                </a:cubicBezTo>
                <a:lnTo>
                  <a:pt x="99968" y="191453"/>
                </a:lnTo>
                <a:lnTo>
                  <a:pt x="123542" y="233913"/>
                </a:lnTo>
                <a:cubicBezTo>
                  <a:pt x="126310" y="238914"/>
                  <a:pt x="132561" y="240878"/>
                  <a:pt x="137696" y="238289"/>
                </a:cubicBezTo>
                <a:lnTo>
                  <a:pt x="176093" y="219090"/>
                </a:lnTo>
                <a:cubicBezTo>
                  <a:pt x="181407" y="216456"/>
                  <a:pt x="183550" y="210026"/>
                  <a:pt x="180871" y="204713"/>
                </a:cubicBezTo>
                <a:lnTo>
                  <a:pt x="159172" y="161315"/>
                </a:lnTo>
                <a:cubicBezTo>
                  <a:pt x="164396" y="152653"/>
                  <a:pt x="169441" y="148188"/>
                  <a:pt x="179308" y="142786"/>
                </a:cubicBezTo>
                <a:cubicBezTo>
                  <a:pt x="185470" y="139437"/>
                  <a:pt x="189220" y="132874"/>
                  <a:pt x="189086" y="125864"/>
                </a:cubicBezTo>
                <a:cubicBezTo>
                  <a:pt x="188774" y="113094"/>
                  <a:pt x="190604" y="106353"/>
                  <a:pt x="197257" y="95458"/>
                </a:cubicBezTo>
                <a:cubicBezTo>
                  <a:pt x="200918" y="89475"/>
                  <a:pt x="200918" y="81930"/>
                  <a:pt x="197257" y="75947"/>
                </a:cubicBezTo>
                <a:cubicBezTo>
                  <a:pt x="190604" y="65053"/>
                  <a:pt x="188818" y="58311"/>
                  <a:pt x="189086" y="45541"/>
                </a:cubicBezTo>
                <a:cubicBezTo>
                  <a:pt x="189265" y="38532"/>
                  <a:pt x="185470" y="32013"/>
                  <a:pt x="179308" y="28620"/>
                </a:cubicBezTo>
                <a:cubicBezTo>
                  <a:pt x="168101" y="22503"/>
                  <a:pt x="163145" y="17547"/>
                  <a:pt x="157029" y="6340"/>
                </a:cubicBezTo>
                <a:cubicBezTo>
                  <a:pt x="153680" y="179"/>
                  <a:pt x="147117" y="-3572"/>
                  <a:pt x="140107" y="-3438"/>
                </a:cubicBezTo>
                <a:cubicBezTo>
                  <a:pt x="127337" y="-3125"/>
                  <a:pt x="120595" y="-4956"/>
                  <a:pt x="109701" y="-11609"/>
                </a:cubicBezTo>
                <a:close/>
                <a:moveTo>
                  <a:pt x="100013" y="42863"/>
                </a:moveTo>
                <a:cubicBezTo>
                  <a:pt x="123669" y="42863"/>
                  <a:pt x="142875" y="62069"/>
                  <a:pt x="142875" y="85725"/>
                </a:cubicBezTo>
                <a:cubicBezTo>
                  <a:pt x="142875" y="109381"/>
                  <a:pt x="123669" y="128588"/>
                  <a:pt x="100013" y="128588"/>
                </a:cubicBezTo>
                <a:cubicBezTo>
                  <a:pt x="76356" y="128588"/>
                  <a:pt x="57150" y="109381"/>
                  <a:pt x="57150" y="85725"/>
                </a:cubicBezTo>
                <a:cubicBezTo>
                  <a:pt x="57150" y="62069"/>
                  <a:pt x="76356" y="42863"/>
                  <a:pt x="100012" y="42863"/>
                </a:cubicBezTo>
                <a:close/>
              </a:path>
            </a:pathLst>
          </a:custGeom>
          <a:solidFill>
            <a:srgbClr val="F59E0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1531620" cy="312420"/>
          </a:xfrm>
          <a:custGeom>
            <a:avLst/>
            <a:gdLst/>
            <a:ahLst/>
            <a:cxnLst/>
            <a:rect l="l" t="t" r="r" b="b"/>
            <a:pathLst>
              <a:path w="1531620" h="312420">
                <a:moveTo>
                  <a:pt x="156210" y="0"/>
                </a:moveTo>
                <a:lnTo>
                  <a:pt x="1375410" y="0"/>
                </a:lnTo>
                <a:cubicBezTo>
                  <a:pt x="1461625" y="0"/>
                  <a:pt x="1531620" y="69995"/>
                  <a:pt x="1531620" y="156210"/>
                </a:cubicBezTo>
                <a:lnTo>
                  <a:pt x="1531620" y="156210"/>
                </a:lnTo>
                <a:cubicBezTo>
                  <a:pt x="1531620" y="242425"/>
                  <a:pt x="1461625" y="312420"/>
                  <a:pt x="1375410" y="312420"/>
                </a:cubicBezTo>
                <a:lnTo>
                  <a:pt x="156210" y="312420"/>
                </a:lnTo>
                <a:cubicBezTo>
                  <a:pt x="69938" y="312420"/>
                  <a:pt x="0" y="242482"/>
                  <a:pt x="0" y="156210"/>
                </a:cubicBezTo>
                <a:lnTo>
                  <a:pt x="0" y="156210"/>
                </a:lnTo>
                <a:cubicBezTo>
                  <a:pt x="0" y="69938"/>
                  <a:pt x="69938" y="0"/>
                  <a:pt x="15621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 w="10160">
            <a:solidFill>
              <a:srgbClr val="8B5CF6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020" y="472446"/>
            <a:ext cx="12884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7246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Innovation Pipeline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196346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Becoming the operating system for automotive workshops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543056"/>
            <a:ext cx="5646420" cy="1607820"/>
          </a:xfrm>
          <a:custGeom>
            <a:avLst/>
            <a:gdLst/>
            <a:ahLst/>
            <a:cxnLst/>
            <a:rect l="l" t="t" r="r" b="b"/>
            <a:pathLst>
              <a:path w="5646420" h="1607820">
                <a:moveTo>
                  <a:pt x="152405" y="0"/>
                </a:moveTo>
                <a:lnTo>
                  <a:pt x="5494015" y="0"/>
                </a:lnTo>
                <a:cubicBezTo>
                  <a:pt x="5578186" y="0"/>
                  <a:pt x="5646420" y="68234"/>
                  <a:pt x="5646420" y="152405"/>
                </a:cubicBezTo>
                <a:lnTo>
                  <a:pt x="5646420" y="1455415"/>
                </a:lnTo>
                <a:cubicBezTo>
                  <a:pt x="5646420" y="1539586"/>
                  <a:pt x="5578186" y="1607820"/>
                  <a:pt x="5494015" y="1607820"/>
                </a:cubicBezTo>
                <a:lnTo>
                  <a:pt x="152405" y="1607820"/>
                </a:lnTo>
                <a:cubicBezTo>
                  <a:pt x="68234" y="1607820"/>
                  <a:pt x="0" y="1539586"/>
                  <a:pt x="0" y="145541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8009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0076" y="178486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998220" y="1661164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Enhanced Analytics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8220" y="1927864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 2026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4351" y="219444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21995" y="2156343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Workshop activity heatmaps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4351" y="242304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21995" y="2384943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AI-based predictive job duration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4351" y="265164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21995" y="2613543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tracking &amp; ROI dashboards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4351" y="288024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21995" y="2842143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Staff performance leaderboards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56960" y="1543056"/>
            <a:ext cx="5646420" cy="1607820"/>
          </a:xfrm>
          <a:custGeom>
            <a:avLst/>
            <a:gdLst/>
            <a:ahLst/>
            <a:cxnLst/>
            <a:rect l="l" t="t" r="r" b="b"/>
            <a:pathLst>
              <a:path w="5646420" h="1607820">
                <a:moveTo>
                  <a:pt x="152405" y="0"/>
                </a:moveTo>
                <a:lnTo>
                  <a:pt x="5494015" y="0"/>
                </a:lnTo>
                <a:cubicBezTo>
                  <a:pt x="5578186" y="0"/>
                  <a:pt x="5646420" y="68234"/>
                  <a:pt x="5646420" y="152405"/>
                </a:cubicBezTo>
                <a:lnTo>
                  <a:pt x="5646420" y="1455415"/>
                </a:lnTo>
                <a:cubicBezTo>
                  <a:pt x="5646420" y="1539586"/>
                  <a:pt x="5578186" y="1607820"/>
                  <a:pt x="5494015" y="1607820"/>
                </a:cubicBezTo>
                <a:lnTo>
                  <a:pt x="152405" y="1607820"/>
                </a:lnTo>
                <a:cubicBezTo>
                  <a:pt x="68234" y="1607820"/>
                  <a:pt x="0" y="1539586"/>
                  <a:pt x="0" y="145541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5070" y="168009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3657" y="1784868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358" y="21431"/>
                </a:moveTo>
                <a:cubicBezTo>
                  <a:pt x="5358" y="9611"/>
                  <a:pt x="14968" y="0"/>
                  <a:pt x="26789" y="0"/>
                </a:cubicBezTo>
                <a:lnTo>
                  <a:pt x="101798" y="0"/>
                </a:lnTo>
                <a:cubicBezTo>
                  <a:pt x="113619" y="0"/>
                  <a:pt x="123230" y="9611"/>
                  <a:pt x="123230" y="21431"/>
                </a:cubicBezTo>
                <a:lnTo>
                  <a:pt x="123230" y="150019"/>
                </a:lnTo>
                <a:cubicBezTo>
                  <a:pt x="123230" y="161839"/>
                  <a:pt x="113619" y="171450"/>
                  <a:pt x="101798" y="171450"/>
                </a:cubicBezTo>
                <a:lnTo>
                  <a:pt x="26789" y="171450"/>
                </a:lnTo>
                <a:cubicBezTo>
                  <a:pt x="14968" y="171450"/>
                  <a:pt x="5358" y="161839"/>
                  <a:pt x="5358" y="150019"/>
                </a:cubicBezTo>
                <a:lnTo>
                  <a:pt x="5358" y="21431"/>
                </a:lnTo>
                <a:close/>
                <a:moveTo>
                  <a:pt x="26789" y="21431"/>
                </a:moveTo>
                <a:lnTo>
                  <a:pt x="26789" y="123230"/>
                </a:lnTo>
                <a:lnTo>
                  <a:pt x="101798" y="123230"/>
                </a:lnTo>
                <a:lnTo>
                  <a:pt x="101798" y="21431"/>
                </a:lnTo>
                <a:lnTo>
                  <a:pt x="26789" y="21431"/>
                </a:lnTo>
                <a:close/>
                <a:moveTo>
                  <a:pt x="64294" y="158055"/>
                </a:moveTo>
                <a:cubicBezTo>
                  <a:pt x="70221" y="158055"/>
                  <a:pt x="75009" y="153267"/>
                  <a:pt x="75009" y="147340"/>
                </a:cubicBezTo>
                <a:cubicBezTo>
                  <a:pt x="75009" y="141413"/>
                  <a:pt x="70221" y="136624"/>
                  <a:pt x="64294" y="136624"/>
                </a:cubicBezTo>
                <a:cubicBezTo>
                  <a:pt x="58367" y="136624"/>
                  <a:pt x="53578" y="141413"/>
                  <a:pt x="53578" y="147340"/>
                </a:cubicBezTo>
                <a:cubicBezTo>
                  <a:pt x="53578" y="153267"/>
                  <a:pt x="58367" y="158055"/>
                  <a:pt x="64294" y="15805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6770370" y="1661164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70370" y="1927864"/>
            <a:ext cx="942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2026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96501" y="219444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494145" y="2156343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iOS + Android apps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96501" y="242304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494145" y="2384943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notifications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96501" y="265164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494145" y="2613543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Time-lapse video generation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96501" y="288024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494145" y="2842143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In-app customer reviews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4810" y="3272671"/>
            <a:ext cx="5646420" cy="1607820"/>
          </a:xfrm>
          <a:custGeom>
            <a:avLst/>
            <a:gdLst/>
            <a:ahLst/>
            <a:cxnLst/>
            <a:rect l="l" t="t" r="r" b="b"/>
            <a:pathLst>
              <a:path w="5646420" h="1607820">
                <a:moveTo>
                  <a:pt x="152405" y="0"/>
                </a:moveTo>
                <a:lnTo>
                  <a:pt x="5494015" y="0"/>
                </a:lnTo>
                <a:cubicBezTo>
                  <a:pt x="5578186" y="0"/>
                  <a:pt x="5646420" y="68234"/>
                  <a:pt x="5646420" y="152405"/>
                </a:cubicBezTo>
                <a:lnTo>
                  <a:pt x="5646420" y="1455415"/>
                </a:lnTo>
                <a:cubicBezTo>
                  <a:pt x="5646420" y="1539586"/>
                  <a:pt x="5578186" y="1607820"/>
                  <a:pt x="5494015" y="1607820"/>
                </a:cubicBezTo>
                <a:lnTo>
                  <a:pt x="152405" y="1607820"/>
                </a:lnTo>
                <a:cubicBezTo>
                  <a:pt x="68234" y="1607820"/>
                  <a:pt x="0" y="1539586"/>
                  <a:pt x="0" y="145541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40971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97316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10076" y="351449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998220" y="3390779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Features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98220" y="3657479"/>
            <a:ext cx="942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2027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4351" y="3924067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721995" y="3885967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quality inspection (CV)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4351" y="4152667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721995" y="4114567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detection (staff attendance)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24351" y="4381267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721995" y="4343167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 compliance monitoring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24351" y="4609867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721995" y="4571767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 damage detection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56960" y="3272671"/>
            <a:ext cx="5646420" cy="1607820"/>
          </a:xfrm>
          <a:custGeom>
            <a:avLst/>
            <a:gdLst/>
            <a:ahLst/>
            <a:cxnLst/>
            <a:rect l="l" t="t" r="r" b="b"/>
            <a:pathLst>
              <a:path w="5646420" h="1607820">
                <a:moveTo>
                  <a:pt x="152405" y="0"/>
                </a:moveTo>
                <a:lnTo>
                  <a:pt x="5494015" y="0"/>
                </a:lnTo>
                <a:cubicBezTo>
                  <a:pt x="5578186" y="0"/>
                  <a:pt x="5646420" y="68234"/>
                  <a:pt x="5646420" y="152405"/>
                </a:cubicBezTo>
                <a:lnTo>
                  <a:pt x="5646420" y="1455415"/>
                </a:lnTo>
                <a:cubicBezTo>
                  <a:pt x="5646420" y="1539586"/>
                  <a:pt x="5578186" y="1607820"/>
                  <a:pt x="5494015" y="1607820"/>
                </a:cubicBezTo>
                <a:lnTo>
                  <a:pt x="152405" y="1607820"/>
                </a:lnTo>
                <a:cubicBezTo>
                  <a:pt x="68234" y="1607820"/>
                  <a:pt x="0" y="1539586"/>
                  <a:pt x="0" y="145541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75070" y="340971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392942" y="3514492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-10716"/>
                </a:moveTo>
                <a:cubicBezTo>
                  <a:pt x="48790" y="-10716"/>
                  <a:pt x="53578" y="-5927"/>
                  <a:pt x="53578" y="0"/>
                </a:cubicBezTo>
                <a:lnTo>
                  <a:pt x="53578" y="32147"/>
                </a:lnTo>
                <a:lnTo>
                  <a:pt x="96441" y="32147"/>
                </a:lnTo>
                <a:lnTo>
                  <a:pt x="96441" y="0"/>
                </a:lnTo>
                <a:cubicBezTo>
                  <a:pt x="96441" y="-5927"/>
                  <a:pt x="101229" y="-10716"/>
                  <a:pt x="107156" y="-10716"/>
                </a:cubicBezTo>
                <a:cubicBezTo>
                  <a:pt x="113083" y="-10716"/>
                  <a:pt x="117872" y="-5927"/>
                  <a:pt x="117872" y="0"/>
                </a:cubicBezTo>
                <a:lnTo>
                  <a:pt x="117872" y="32147"/>
                </a:ln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cubicBezTo>
                  <a:pt x="150019" y="48790"/>
                  <a:pt x="145230" y="53578"/>
                  <a:pt x="139303" y="53578"/>
                </a:cubicBezTo>
                <a:lnTo>
                  <a:pt x="139303" y="75009"/>
                </a:lnTo>
                <a:cubicBezTo>
                  <a:pt x="139303" y="106855"/>
                  <a:pt x="116131" y="133309"/>
                  <a:pt x="85725" y="138399"/>
                </a:cubicBezTo>
                <a:lnTo>
                  <a:pt x="85725" y="160734"/>
                </a:lnTo>
                <a:cubicBezTo>
                  <a:pt x="85725" y="166661"/>
                  <a:pt x="80936" y="171450"/>
                  <a:pt x="75009" y="171450"/>
                </a:cubicBezTo>
                <a:cubicBezTo>
                  <a:pt x="69082" y="171450"/>
                  <a:pt x="64294" y="166661"/>
                  <a:pt x="64294" y="160734"/>
                </a:cubicBezTo>
                <a:lnTo>
                  <a:pt x="64294" y="138399"/>
                </a:lnTo>
                <a:cubicBezTo>
                  <a:pt x="33888" y="133309"/>
                  <a:pt x="10716" y="106855"/>
                  <a:pt x="10716" y="75009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lnTo>
                  <a:pt x="32147" y="0"/>
                </a:lnTo>
                <a:cubicBezTo>
                  <a:pt x="32147" y="-5927"/>
                  <a:pt x="36935" y="-10716"/>
                  <a:pt x="42863" y="-1071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6770370" y="3390779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Integration Ecosystem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70370" y="3657479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2027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96501" y="3924067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6494145" y="3885967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CRM integration (HubSpot, Zoho)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96501" y="4152667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6494145" y="4114567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gateway (Razorpay)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96501" y="4381267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6494145" y="4343167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booking system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96501" y="4609867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6494145" y="4571767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Calendar sync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88620" y="4968006"/>
            <a:ext cx="11416665" cy="510540"/>
          </a:xfrm>
          <a:custGeom>
            <a:avLst/>
            <a:gdLst/>
            <a:ahLst/>
            <a:cxnLst/>
            <a:rect l="l" t="t" r="r" b="b"/>
            <a:pathLst>
              <a:path w="11416665" h="510540">
                <a:moveTo>
                  <a:pt x="152401" y="0"/>
                </a:moveTo>
                <a:lnTo>
                  <a:pt x="11264264" y="0"/>
                </a:lnTo>
                <a:cubicBezTo>
                  <a:pt x="11348433" y="0"/>
                  <a:pt x="11416665" y="68232"/>
                  <a:pt x="11416665" y="152401"/>
                </a:cubicBezTo>
                <a:lnTo>
                  <a:pt x="11416665" y="358139"/>
                </a:lnTo>
                <a:cubicBezTo>
                  <a:pt x="11416665" y="442308"/>
                  <a:pt x="11348433" y="510540"/>
                  <a:pt x="11264264" y="510540"/>
                </a:cubicBezTo>
                <a:lnTo>
                  <a:pt x="152401" y="510540"/>
                </a:lnTo>
                <a:cubicBezTo>
                  <a:pt x="68232" y="510540"/>
                  <a:pt x="0" y="442308"/>
                  <a:pt x="0" y="35813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50000">
                <a:srgbClr val="8B5CF6">
                  <a:alpha val="30000"/>
                </a:srgbClr>
              </a:gs>
              <a:gs pos="100000">
                <a:srgbClr val="F97316">
                  <a:alpha val="30000"/>
                </a:srgbClr>
              </a:gs>
            </a:gsLst>
            <a:lin ang="0" scaled="1"/>
          </a:gradFill>
          <a:ln w="20320">
            <a:solidFill>
              <a:srgbClr val="8B5C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67978" y="510897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60" name="Text 58"/>
          <p:cNvSpPr/>
          <p:nvPr/>
        </p:nvSpPr>
        <p:spPr>
          <a:xfrm>
            <a:off x="3229928" y="5089922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Vision: Become the Operating System for Automotive Workshops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095304" y="510897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97316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87340" y="384810"/>
            <a:ext cx="1417320" cy="312420"/>
          </a:xfrm>
          <a:custGeom>
            <a:avLst/>
            <a:gdLst/>
            <a:ahLst/>
            <a:cxnLst/>
            <a:rect l="l" t="t" r="r" b="b"/>
            <a:pathLst>
              <a:path w="1417320" h="312420">
                <a:moveTo>
                  <a:pt x="156210" y="0"/>
                </a:moveTo>
                <a:lnTo>
                  <a:pt x="1261110" y="0"/>
                </a:lnTo>
                <a:cubicBezTo>
                  <a:pt x="1347325" y="0"/>
                  <a:pt x="1417320" y="69995"/>
                  <a:pt x="1417320" y="156210"/>
                </a:cubicBezTo>
                <a:lnTo>
                  <a:pt x="1417320" y="156210"/>
                </a:lnTo>
                <a:cubicBezTo>
                  <a:pt x="1417320" y="242425"/>
                  <a:pt x="1347325" y="312420"/>
                  <a:pt x="1261110" y="312420"/>
                </a:cubicBezTo>
                <a:lnTo>
                  <a:pt x="156210" y="312420"/>
                </a:lnTo>
                <a:cubicBezTo>
                  <a:pt x="69938" y="312420"/>
                  <a:pt x="0" y="242482"/>
                  <a:pt x="0" y="156210"/>
                </a:cubicBezTo>
                <a:lnTo>
                  <a:pt x="0" y="156210"/>
                </a:lnTo>
                <a:cubicBezTo>
                  <a:pt x="0" y="69938"/>
                  <a:pt x="69938" y="0"/>
                  <a:pt x="156210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 w="10160">
            <a:solidFill>
              <a:srgbClr val="F97316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10213" y="472446"/>
            <a:ext cx="1171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spc="53" kern="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 TO 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66700" y="815346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Transform Your Workshop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390775" y="1386846"/>
            <a:ext cx="741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1 pit. Scale to unlimited. Justify premium pricing with real-time transparency.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8620" y="1813566"/>
            <a:ext cx="3691890" cy="2377440"/>
          </a:xfrm>
          <a:custGeom>
            <a:avLst/>
            <a:gdLst/>
            <a:ahLst/>
            <a:cxnLst/>
            <a:rect l="l" t="t" r="r" b="b"/>
            <a:pathLst>
              <a:path w="3691890" h="2377440">
                <a:moveTo>
                  <a:pt x="152394" y="0"/>
                </a:moveTo>
                <a:lnTo>
                  <a:pt x="3539496" y="0"/>
                </a:lnTo>
                <a:cubicBezTo>
                  <a:pt x="3623661" y="0"/>
                  <a:pt x="3691890" y="68229"/>
                  <a:pt x="3691890" y="152394"/>
                </a:cubicBezTo>
                <a:lnTo>
                  <a:pt x="3691890" y="2225046"/>
                </a:lnTo>
                <a:cubicBezTo>
                  <a:pt x="3691890" y="2309211"/>
                  <a:pt x="3623661" y="2377440"/>
                  <a:pt x="3539496" y="2377440"/>
                </a:cubicBezTo>
                <a:lnTo>
                  <a:pt x="152394" y="2377440"/>
                </a:lnTo>
                <a:cubicBezTo>
                  <a:pt x="68229" y="2377440"/>
                  <a:pt x="0" y="2309211"/>
                  <a:pt x="0" y="222504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2032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37980" y="2019302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5">
                <a:moveTo>
                  <a:pt x="298133" y="0"/>
                </a:moveTo>
                <a:lnTo>
                  <a:pt x="298132" y="0"/>
                </a:lnTo>
                <a:cubicBezTo>
                  <a:pt x="462787" y="0"/>
                  <a:pt x="596265" y="133478"/>
                  <a:pt x="596265" y="298133"/>
                </a:cubicBezTo>
                <a:lnTo>
                  <a:pt x="596265" y="298132"/>
                </a:lnTo>
                <a:cubicBezTo>
                  <a:pt x="596265" y="462787"/>
                  <a:pt x="462787" y="596265"/>
                  <a:pt x="298132" y="596265"/>
                </a:cubicBezTo>
                <a:lnTo>
                  <a:pt x="298133" y="596265"/>
                </a:lnTo>
                <a:cubicBezTo>
                  <a:pt x="133478" y="596265"/>
                  <a:pt x="0" y="462787"/>
                  <a:pt x="0" y="298132"/>
                </a:cubicBezTo>
                <a:lnTo>
                  <a:pt x="0" y="298133"/>
                </a:lnTo>
                <a:cubicBezTo>
                  <a:pt x="0" y="133478"/>
                  <a:pt x="133478" y="0"/>
                  <a:pt x="298132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94667" y="217360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05091" y="82097"/>
                </a:moveTo>
                <a:cubicBezTo>
                  <a:pt x="100850" y="84441"/>
                  <a:pt x="98227" y="88962"/>
                  <a:pt x="98227" y="93762"/>
                </a:cubicBezTo>
                <a:lnTo>
                  <a:pt x="98227" y="191988"/>
                </a:lnTo>
                <a:cubicBezTo>
                  <a:pt x="98227" y="196844"/>
                  <a:pt x="100850" y="201309"/>
                  <a:pt x="105091" y="203653"/>
                </a:cubicBezTo>
                <a:cubicBezTo>
                  <a:pt x="109333" y="205997"/>
                  <a:pt x="114467" y="205941"/>
                  <a:pt x="118653" y="203374"/>
                </a:cubicBezTo>
                <a:lnTo>
                  <a:pt x="199020" y="154260"/>
                </a:lnTo>
                <a:cubicBezTo>
                  <a:pt x="202983" y="151805"/>
                  <a:pt x="205439" y="147507"/>
                  <a:pt x="205439" y="142819"/>
                </a:cubicBezTo>
                <a:cubicBezTo>
                  <a:pt x="205439" y="138131"/>
                  <a:pt x="202983" y="133834"/>
                  <a:pt x="199020" y="131378"/>
                </a:cubicBezTo>
                <a:lnTo>
                  <a:pt x="118653" y="82265"/>
                </a:lnTo>
                <a:cubicBezTo>
                  <a:pt x="114523" y="79753"/>
                  <a:pt x="109333" y="79642"/>
                  <a:pt x="105091" y="8198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29590" y="2773682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Demo Request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154561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 it in action with a live demonstration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41715" y="3535561"/>
            <a:ext cx="1790700" cy="457200"/>
          </a:xfrm>
          <a:custGeom>
            <a:avLst/>
            <a:gdLst/>
            <a:ahLst/>
            <a:cxnLst/>
            <a:rect l="l" t="t" r="r" b="b"/>
            <a:pathLst>
              <a:path w="1790700" h="457200">
                <a:moveTo>
                  <a:pt x="114300" y="0"/>
                </a:moveTo>
                <a:lnTo>
                  <a:pt x="1676400" y="0"/>
                </a:lnTo>
                <a:cubicBezTo>
                  <a:pt x="1739484" y="0"/>
                  <a:pt x="1790700" y="51216"/>
                  <a:pt x="1790700" y="114300"/>
                </a:cubicBezTo>
                <a:lnTo>
                  <a:pt x="1790700" y="342900"/>
                </a:lnTo>
                <a:cubicBezTo>
                  <a:pt x="1790700" y="405984"/>
                  <a:pt x="1739484" y="457200"/>
                  <a:pt x="16764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303615" y="3535561"/>
            <a:ext cx="1866900" cy="4572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Book 30-Min Demo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9341" y="1813566"/>
            <a:ext cx="3691890" cy="2377440"/>
          </a:xfrm>
          <a:custGeom>
            <a:avLst/>
            <a:gdLst/>
            <a:ahLst/>
            <a:cxnLst/>
            <a:rect l="l" t="t" r="r" b="b"/>
            <a:pathLst>
              <a:path w="3691890" h="2377440">
                <a:moveTo>
                  <a:pt x="152394" y="0"/>
                </a:moveTo>
                <a:lnTo>
                  <a:pt x="3539496" y="0"/>
                </a:lnTo>
                <a:cubicBezTo>
                  <a:pt x="3623661" y="0"/>
                  <a:pt x="3691890" y="68229"/>
                  <a:pt x="3691890" y="152394"/>
                </a:cubicBezTo>
                <a:lnTo>
                  <a:pt x="3691890" y="2225046"/>
                </a:lnTo>
                <a:cubicBezTo>
                  <a:pt x="3691890" y="2309211"/>
                  <a:pt x="3623661" y="2377440"/>
                  <a:pt x="3539496" y="2377440"/>
                </a:cubicBezTo>
                <a:lnTo>
                  <a:pt x="152394" y="2377440"/>
                </a:lnTo>
                <a:cubicBezTo>
                  <a:pt x="68229" y="2377440"/>
                  <a:pt x="0" y="2309211"/>
                  <a:pt x="0" y="222504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 w="2032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98701" y="2019302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5">
                <a:moveTo>
                  <a:pt x="298133" y="0"/>
                </a:moveTo>
                <a:lnTo>
                  <a:pt x="298132" y="0"/>
                </a:lnTo>
                <a:cubicBezTo>
                  <a:pt x="462787" y="0"/>
                  <a:pt x="596265" y="133478"/>
                  <a:pt x="596265" y="298133"/>
                </a:cubicBezTo>
                <a:lnTo>
                  <a:pt x="596265" y="298132"/>
                </a:lnTo>
                <a:cubicBezTo>
                  <a:pt x="596265" y="462787"/>
                  <a:pt x="462787" y="596265"/>
                  <a:pt x="298132" y="596265"/>
                </a:cubicBezTo>
                <a:lnTo>
                  <a:pt x="298133" y="596265"/>
                </a:lnTo>
                <a:cubicBezTo>
                  <a:pt x="133478" y="596265"/>
                  <a:pt x="0" y="462787"/>
                  <a:pt x="0" y="298132"/>
                </a:cubicBezTo>
                <a:lnTo>
                  <a:pt x="0" y="298133"/>
                </a:lnTo>
                <a:cubicBezTo>
                  <a:pt x="0" y="133478"/>
                  <a:pt x="133478" y="0"/>
                  <a:pt x="298132" y="0"/>
                </a:cubicBezTo>
                <a:close/>
              </a:path>
            </a:pathLst>
          </a:custGeom>
          <a:solidFill>
            <a:srgbClr val="06B6D4">
              <a:alpha val="30196"/>
            </a:srgbClr>
          </a:solidFill>
          <a:ln w="2032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91106" y="2173607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35719" y="0"/>
                </a:moveTo>
                <a:cubicBezTo>
                  <a:pt x="16018" y="0"/>
                  <a:pt x="0" y="16018"/>
                  <a:pt x="0" y="35719"/>
                </a:cubicBezTo>
                <a:lnTo>
                  <a:pt x="0" y="250031"/>
                </a:lnTo>
                <a:cubicBezTo>
                  <a:pt x="0" y="269732"/>
                  <a:pt x="16018" y="285750"/>
                  <a:pt x="35719" y="285750"/>
                </a:cubicBezTo>
                <a:lnTo>
                  <a:pt x="178594" y="285750"/>
                </a:lnTo>
                <a:cubicBezTo>
                  <a:pt x="198295" y="285750"/>
                  <a:pt x="214313" y="269732"/>
                  <a:pt x="214313" y="250031"/>
                </a:cubicBezTo>
                <a:lnTo>
                  <a:pt x="214313" y="35719"/>
                </a:lnTo>
                <a:cubicBezTo>
                  <a:pt x="214313" y="16018"/>
                  <a:pt x="198295" y="0"/>
                  <a:pt x="178594" y="0"/>
                </a:cubicBezTo>
                <a:lnTo>
                  <a:pt x="35719" y="0"/>
                </a:lnTo>
                <a:close/>
                <a:moveTo>
                  <a:pt x="53578" y="35719"/>
                </a:moveTo>
                <a:lnTo>
                  <a:pt x="160734" y="35719"/>
                </a:lnTo>
                <a:cubicBezTo>
                  <a:pt x="170613" y="35719"/>
                  <a:pt x="178594" y="43700"/>
                  <a:pt x="178594" y="53578"/>
                </a:cubicBezTo>
                <a:lnTo>
                  <a:pt x="178594" y="71438"/>
                </a:lnTo>
                <a:cubicBezTo>
                  <a:pt x="178594" y="81316"/>
                  <a:pt x="170613" y="89297"/>
                  <a:pt x="160734" y="89297"/>
                </a:cubicBezTo>
                <a:lnTo>
                  <a:pt x="53578" y="89297"/>
                </a:lnTo>
                <a:cubicBezTo>
                  <a:pt x="43700" y="89297"/>
                  <a:pt x="35719" y="81316"/>
                  <a:pt x="35719" y="71438"/>
                </a:cubicBezTo>
                <a:lnTo>
                  <a:pt x="35719" y="53578"/>
                </a:lnTo>
                <a:cubicBezTo>
                  <a:pt x="35719" y="43700"/>
                  <a:pt x="43700" y="35719"/>
                  <a:pt x="53578" y="35719"/>
                </a:cubicBezTo>
                <a:close/>
                <a:moveTo>
                  <a:pt x="62508" y="129480"/>
                </a:moveTo>
                <a:cubicBezTo>
                  <a:pt x="62508" y="136873"/>
                  <a:pt x="56506" y="142875"/>
                  <a:pt x="49113" y="142875"/>
                </a:cubicBezTo>
                <a:cubicBezTo>
                  <a:pt x="41721" y="142875"/>
                  <a:pt x="35719" y="136873"/>
                  <a:pt x="35719" y="129480"/>
                </a:cubicBezTo>
                <a:cubicBezTo>
                  <a:pt x="35719" y="122088"/>
                  <a:pt x="41721" y="116086"/>
                  <a:pt x="49113" y="116086"/>
                </a:cubicBezTo>
                <a:cubicBezTo>
                  <a:pt x="56506" y="116086"/>
                  <a:pt x="62508" y="122088"/>
                  <a:pt x="62508" y="129480"/>
                </a:cubicBezTo>
                <a:close/>
                <a:moveTo>
                  <a:pt x="107156" y="142875"/>
                </a:moveTo>
                <a:cubicBezTo>
                  <a:pt x="99764" y="142875"/>
                  <a:pt x="93762" y="136873"/>
                  <a:pt x="93762" y="129480"/>
                </a:cubicBezTo>
                <a:cubicBezTo>
                  <a:pt x="93762" y="122088"/>
                  <a:pt x="99764" y="116086"/>
                  <a:pt x="107156" y="116086"/>
                </a:cubicBezTo>
                <a:cubicBezTo>
                  <a:pt x="114549" y="116086"/>
                  <a:pt x="120551" y="122088"/>
                  <a:pt x="120551" y="129480"/>
                </a:cubicBezTo>
                <a:cubicBezTo>
                  <a:pt x="120551" y="136873"/>
                  <a:pt x="114549" y="142875"/>
                  <a:pt x="107156" y="142875"/>
                </a:cubicBezTo>
                <a:close/>
                <a:moveTo>
                  <a:pt x="178594" y="129480"/>
                </a:moveTo>
                <a:cubicBezTo>
                  <a:pt x="178594" y="136873"/>
                  <a:pt x="172592" y="142875"/>
                  <a:pt x="165199" y="142875"/>
                </a:cubicBezTo>
                <a:cubicBezTo>
                  <a:pt x="157807" y="142875"/>
                  <a:pt x="151805" y="136873"/>
                  <a:pt x="151805" y="129480"/>
                </a:cubicBezTo>
                <a:cubicBezTo>
                  <a:pt x="151805" y="122088"/>
                  <a:pt x="157807" y="116086"/>
                  <a:pt x="165199" y="116086"/>
                </a:cubicBezTo>
                <a:cubicBezTo>
                  <a:pt x="172592" y="116086"/>
                  <a:pt x="178594" y="122088"/>
                  <a:pt x="178594" y="129480"/>
                </a:cubicBezTo>
                <a:close/>
                <a:moveTo>
                  <a:pt x="49113" y="196453"/>
                </a:moveTo>
                <a:cubicBezTo>
                  <a:pt x="41721" y="196453"/>
                  <a:pt x="35719" y="190451"/>
                  <a:pt x="35719" y="183059"/>
                </a:cubicBezTo>
                <a:cubicBezTo>
                  <a:pt x="35719" y="175666"/>
                  <a:pt x="41721" y="169664"/>
                  <a:pt x="49113" y="169664"/>
                </a:cubicBezTo>
                <a:cubicBezTo>
                  <a:pt x="56506" y="169664"/>
                  <a:pt x="62508" y="175666"/>
                  <a:pt x="62508" y="183059"/>
                </a:cubicBezTo>
                <a:cubicBezTo>
                  <a:pt x="62508" y="190451"/>
                  <a:pt x="56506" y="196453"/>
                  <a:pt x="49113" y="196453"/>
                </a:cubicBezTo>
                <a:close/>
                <a:moveTo>
                  <a:pt x="120551" y="183059"/>
                </a:moveTo>
                <a:cubicBezTo>
                  <a:pt x="120551" y="190451"/>
                  <a:pt x="114549" y="196453"/>
                  <a:pt x="107156" y="196453"/>
                </a:cubicBezTo>
                <a:cubicBezTo>
                  <a:pt x="99764" y="196453"/>
                  <a:pt x="93762" y="190451"/>
                  <a:pt x="93762" y="183059"/>
                </a:cubicBezTo>
                <a:cubicBezTo>
                  <a:pt x="93762" y="175666"/>
                  <a:pt x="99764" y="169664"/>
                  <a:pt x="107156" y="169664"/>
                </a:cubicBezTo>
                <a:cubicBezTo>
                  <a:pt x="114549" y="169664"/>
                  <a:pt x="120551" y="175666"/>
                  <a:pt x="120551" y="183059"/>
                </a:cubicBezTo>
                <a:close/>
                <a:moveTo>
                  <a:pt x="165199" y="196453"/>
                </a:moveTo>
                <a:cubicBezTo>
                  <a:pt x="157807" y="196453"/>
                  <a:pt x="151805" y="190451"/>
                  <a:pt x="151805" y="183059"/>
                </a:cubicBezTo>
                <a:cubicBezTo>
                  <a:pt x="151805" y="175666"/>
                  <a:pt x="157807" y="169664"/>
                  <a:pt x="165199" y="169664"/>
                </a:cubicBezTo>
                <a:cubicBezTo>
                  <a:pt x="172592" y="169664"/>
                  <a:pt x="178594" y="175666"/>
                  <a:pt x="178594" y="183059"/>
                </a:cubicBezTo>
                <a:cubicBezTo>
                  <a:pt x="178594" y="190451"/>
                  <a:pt x="172592" y="196453"/>
                  <a:pt x="165199" y="196453"/>
                </a:cubicBezTo>
                <a:close/>
                <a:moveTo>
                  <a:pt x="35719" y="236637"/>
                </a:moveTo>
                <a:cubicBezTo>
                  <a:pt x="35719" y="229214"/>
                  <a:pt x="41690" y="223242"/>
                  <a:pt x="49113" y="223242"/>
                </a:cubicBezTo>
                <a:lnTo>
                  <a:pt x="111621" y="223242"/>
                </a:lnTo>
                <a:cubicBezTo>
                  <a:pt x="119044" y="223242"/>
                  <a:pt x="125016" y="229214"/>
                  <a:pt x="125016" y="236637"/>
                </a:cubicBezTo>
                <a:cubicBezTo>
                  <a:pt x="125016" y="244060"/>
                  <a:pt x="119044" y="250031"/>
                  <a:pt x="111621" y="250031"/>
                </a:cubicBezTo>
                <a:lnTo>
                  <a:pt x="49113" y="250031"/>
                </a:lnTo>
                <a:cubicBezTo>
                  <a:pt x="41690" y="250031"/>
                  <a:pt x="35719" y="244060"/>
                  <a:pt x="35719" y="236637"/>
                </a:cubicBezTo>
                <a:close/>
                <a:moveTo>
                  <a:pt x="165199" y="223242"/>
                </a:moveTo>
                <a:cubicBezTo>
                  <a:pt x="172622" y="223242"/>
                  <a:pt x="178594" y="229214"/>
                  <a:pt x="178594" y="236637"/>
                </a:cubicBezTo>
                <a:cubicBezTo>
                  <a:pt x="178594" y="244060"/>
                  <a:pt x="172622" y="250031"/>
                  <a:pt x="165199" y="250031"/>
                </a:cubicBezTo>
                <a:cubicBezTo>
                  <a:pt x="157776" y="250031"/>
                  <a:pt x="151805" y="244060"/>
                  <a:pt x="151805" y="236637"/>
                </a:cubicBezTo>
                <a:cubicBezTo>
                  <a:pt x="151805" y="229214"/>
                  <a:pt x="157776" y="223242"/>
                  <a:pt x="165199" y="22324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390311" y="2773682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Get Quote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09361" y="3154561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pricing based on your pit count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44596" y="3535561"/>
            <a:ext cx="1504950" cy="457200"/>
          </a:xfrm>
          <a:custGeom>
            <a:avLst/>
            <a:gdLst/>
            <a:ahLst/>
            <a:cxnLst/>
            <a:rect l="l" t="t" r="r" b="b"/>
            <a:pathLst>
              <a:path w="1504950" h="457200">
                <a:moveTo>
                  <a:pt x="114300" y="0"/>
                </a:moveTo>
                <a:lnTo>
                  <a:pt x="1390650" y="0"/>
                </a:lnTo>
                <a:cubicBezTo>
                  <a:pt x="1453734" y="0"/>
                  <a:pt x="1504950" y="51216"/>
                  <a:pt x="1504950" y="114300"/>
                </a:cubicBezTo>
                <a:lnTo>
                  <a:pt x="1504950" y="342900"/>
                </a:lnTo>
                <a:cubicBezTo>
                  <a:pt x="1504950" y="405984"/>
                  <a:pt x="1453734" y="457200"/>
                  <a:pt x="139065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5306496" y="3535561"/>
            <a:ext cx="1581150" cy="4572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Request Quote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10181" y="1813566"/>
            <a:ext cx="3691890" cy="2377440"/>
          </a:xfrm>
          <a:custGeom>
            <a:avLst/>
            <a:gdLst/>
            <a:ahLst/>
            <a:cxnLst/>
            <a:rect l="l" t="t" r="r" b="b"/>
            <a:pathLst>
              <a:path w="3691890" h="2377440">
                <a:moveTo>
                  <a:pt x="152394" y="0"/>
                </a:moveTo>
                <a:lnTo>
                  <a:pt x="3539496" y="0"/>
                </a:lnTo>
                <a:cubicBezTo>
                  <a:pt x="3623661" y="0"/>
                  <a:pt x="3691890" y="68229"/>
                  <a:pt x="3691890" y="152394"/>
                </a:cubicBezTo>
                <a:lnTo>
                  <a:pt x="3691890" y="2225046"/>
                </a:lnTo>
                <a:cubicBezTo>
                  <a:pt x="3691890" y="2309211"/>
                  <a:pt x="3623661" y="2377440"/>
                  <a:pt x="3539496" y="2377440"/>
                </a:cubicBezTo>
                <a:lnTo>
                  <a:pt x="152394" y="2377440"/>
                </a:lnTo>
                <a:cubicBezTo>
                  <a:pt x="68229" y="2377440"/>
                  <a:pt x="0" y="2309211"/>
                  <a:pt x="0" y="222504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rotWithShape="1" flip="none">
            <a:gsLst>
              <a:gs pos="0">
                <a:srgbClr val="F97316">
                  <a:alpha val="30000"/>
                </a:srgbClr>
              </a:gs>
              <a:gs pos="100000">
                <a:srgbClr val="F97316">
                  <a:alpha val="5000"/>
                </a:srgbClr>
              </a:gs>
            </a:gsLst>
            <a:lin ang="2700000" scaled="1"/>
          </a:gradFill>
          <a:ln w="2032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59541" y="2019302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5">
                <a:moveTo>
                  <a:pt x="298133" y="0"/>
                </a:moveTo>
                <a:lnTo>
                  <a:pt x="298132" y="0"/>
                </a:lnTo>
                <a:cubicBezTo>
                  <a:pt x="462787" y="0"/>
                  <a:pt x="596265" y="133478"/>
                  <a:pt x="596265" y="298133"/>
                </a:cubicBezTo>
                <a:lnTo>
                  <a:pt x="596265" y="298132"/>
                </a:lnTo>
                <a:cubicBezTo>
                  <a:pt x="596265" y="462787"/>
                  <a:pt x="462787" y="596265"/>
                  <a:pt x="298132" y="596265"/>
                </a:cubicBezTo>
                <a:lnTo>
                  <a:pt x="298133" y="596265"/>
                </a:lnTo>
                <a:cubicBezTo>
                  <a:pt x="133478" y="596265"/>
                  <a:pt x="0" y="462787"/>
                  <a:pt x="0" y="298132"/>
                </a:cubicBezTo>
                <a:lnTo>
                  <a:pt x="0" y="298133"/>
                </a:lnTo>
                <a:cubicBezTo>
                  <a:pt x="0" y="133478"/>
                  <a:pt x="133478" y="0"/>
                  <a:pt x="298132" y="0"/>
                </a:cubicBezTo>
                <a:close/>
              </a:path>
            </a:pathLst>
          </a:custGeom>
          <a:solidFill>
            <a:srgbClr val="F97316">
              <a:alpha val="30196"/>
            </a:srgbClr>
          </a:solidFill>
          <a:ln w="2032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16228" y="217360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8251150" y="2773682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Pilot Program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70200" y="3154561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 1 pit for 30 days risk-free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384268" y="3535561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114300" y="0"/>
                </a:moveTo>
                <a:lnTo>
                  <a:pt x="1028700" y="0"/>
                </a:lnTo>
                <a:cubicBezTo>
                  <a:pt x="1091784" y="0"/>
                  <a:pt x="1143000" y="51216"/>
                  <a:pt x="1143000" y="114300"/>
                </a:cubicBezTo>
                <a:lnTo>
                  <a:pt x="1143000" y="342900"/>
                </a:lnTo>
                <a:cubicBezTo>
                  <a:pt x="1143000" y="405984"/>
                  <a:pt x="1091784" y="457200"/>
                  <a:pt x="10287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9346168" y="3535561"/>
            <a:ext cx="1219200" cy="4572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Start Pilot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4810" y="4354717"/>
            <a:ext cx="11418570" cy="731520"/>
          </a:xfrm>
          <a:custGeom>
            <a:avLst/>
            <a:gdLst/>
            <a:ahLst/>
            <a:cxnLst/>
            <a:rect l="l" t="t" r="r" b="b"/>
            <a:pathLst>
              <a:path w="11418570" h="731520">
                <a:moveTo>
                  <a:pt x="152398" y="0"/>
                </a:moveTo>
                <a:lnTo>
                  <a:pt x="11266172" y="0"/>
                </a:lnTo>
                <a:cubicBezTo>
                  <a:pt x="11350339" y="0"/>
                  <a:pt x="11418570" y="68231"/>
                  <a:pt x="11418570" y="152398"/>
                </a:cubicBezTo>
                <a:lnTo>
                  <a:pt x="11418570" y="579122"/>
                </a:lnTo>
                <a:cubicBezTo>
                  <a:pt x="11418570" y="663289"/>
                  <a:pt x="11350339" y="731520"/>
                  <a:pt x="11266172" y="731520"/>
                </a:cubicBezTo>
                <a:lnTo>
                  <a:pt x="152398" y="731520"/>
                </a:lnTo>
                <a:cubicBezTo>
                  <a:pt x="68287" y="731520"/>
                  <a:pt x="0" y="663233"/>
                  <a:pt x="0" y="57912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91076" y="4625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3219688" y="4510925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19688" y="4701425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info@ppf-monitoring.com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58514" y="46252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1722" y="36128"/>
                </a:moveTo>
                <a:cubicBezTo>
                  <a:pt x="126132" y="20501"/>
                  <a:pt x="105370" y="11906"/>
                  <a:pt x="83307" y="11906"/>
                </a:cubicBezTo>
                <a:cubicBezTo>
                  <a:pt x="37765" y="11906"/>
                  <a:pt x="707" y="48964"/>
                  <a:pt x="707" y="94506"/>
                </a:cubicBezTo>
                <a:cubicBezTo>
                  <a:pt x="707" y="109054"/>
                  <a:pt x="4502" y="123267"/>
                  <a:pt x="11720" y="135806"/>
                </a:cubicBezTo>
                <a:lnTo>
                  <a:pt x="0" y="178594"/>
                </a:lnTo>
                <a:lnTo>
                  <a:pt x="43793" y="167097"/>
                </a:lnTo>
                <a:cubicBezTo>
                  <a:pt x="55848" y="173682"/>
                  <a:pt x="69428" y="177143"/>
                  <a:pt x="83269" y="177143"/>
                </a:cubicBezTo>
                <a:lnTo>
                  <a:pt x="83307" y="177143"/>
                </a:lnTo>
                <a:cubicBezTo>
                  <a:pt x="128811" y="177143"/>
                  <a:pt x="166688" y="140084"/>
                  <a:pt x="166688" y="94543"/>
                </a:cubicBezTo>
                <a:cubicBezTo>
                  <a:pt x="166688" y="72479"/>
                  <a:pt x="157311" y="51755"/>
                  <a:pt x="141722" y="36128"/>
                </a:cubicBezTo>
                <a:close/>
                <a:moveTo>
                  <a:pt x="83307" y="163227"/>
                </a:moveTo>
                <a:cubicBezTo>
                  <a:pt x="70954" y="163227"/>
                  <a:pt x="58862" y="159916"/>
                  <a:pt x="48332" y="153665"/>
                </a:cubicBezTo>
                <a:lnTo>
                  <a:pt x="45839" y="152177"/>
                </a:lnTo>
                <a:lnTo>
                  <a:pt x="19869" y="158986"/>
                </a:lnTo>
                <a:lnTo>
                  <a:pt x="26789" y="133648"/>
                </a:lnTo>
                <a:lnTo>
                  <a:pt x="25152" y="131043"/>
                </a:lnTo>
                <a:cubicBezTo>
                  <a:pt x="18269" y="120104"/>
                  <a:pt x="14660" y="107491"/>
                  <a:pt x="14660" y="94506"/>
                </a:cubicBezTo>
                <a:cubicBezTo>
                  <a:pt x="14660" y="56666"/>
                  <a:pt x="45467" y="25859"/>
                  <a:pt x="83344" y="25859"/>
                </a:cubicBezTo>
                <a:cubicBezTo>
                  <a:pt x="101687" y="25859"/>
                  <a:pt x="118914" y="33003"/>
                  <a:pt x="131862" y="45988"/>
                </a:cubicBezTo>
                <a:cubicBezTo>
                  <a:pt x="144810" y="58973"/>
                  <a:pt x="152772" y="76200"/>
                  <a:pt x="152735" y="94543"/>
                </a:cubicBezTo>
                <a:cubicBezTo>
                  <a:pt x="152735" y="132420"/>
                  <a:pt x="121146" y="163227"/>
                  <a:pt x="83307" y="163227"/>
                </a:cubicBezTo>
                <a:close/>
                <a:moveTo>
                  <a:pt x="120960" y="111807"/>
                </a:moveTo>
                <a:cubicBezTo>
                  <a:pt x="118914" y="110765"/>
                  <a:pt x="108756" y="105780"/>
                  <a:pt x="106859" y="105110"/>
                </a:cubicBezTo>
                <a:cubicBezTo>
                  <a:pt x="104961" y="104403"/>
                  <a:pt x="103584" y="104068"/>
                  <a:pt x="102208" y="106152"/>
                </a:cubicBezTo>
                <a:cubicBezTo>
                  <a:pt x="100831" y="108235"/>
                  <a:pt x="96887" y="112849"/>
                  <a:pt x="95659" y="114263"/>
                </a:cubicBezTo>
                <a:cubicBezTo>
                  <a:pt x="94469" y="115639"/>
                  <a:pt x="93241" y="115825"/>
                  <a:pt x="91194" y="114784"/>
                </a:cubicBezTo>
                <a:cubicBezTo>
                  <a:pt x="79065" y="108719"/>
                  <a:pt x="71103" y="103956"/>
                  <a:pt x="63103" y="90227"/>
                </a:cubicBezTo>
                <a:cubicBezTo>
                  <a:pt x="60982" y="86581"/>
                  <a:pt x="65224" y="86841"/>
                  <a:pt x="69168" y="78953"/>
                </a:cubicBezTo>
                <a:cubicBezTo>
                  <a:pt x="69838" y="77577"/>
                  <a:pt x="69503" y="76386"/>
                  <a:pt x="68982" y="75344"/>
                </a:cubicBezTo>
                <a:cubicBezTo>
                  <a:pt x="68461" y="74302"/>
                  <a:pt x="64331" y="64145"/>
                  <a:pt x="62619" y="60015"/>
                </a:cubicBezTo>
                <a:cubicBezTo>
                  <a:pt x="60945" y="55997"/>
                  <a:pt x="59234" y="56555"/>
                  <a:pt x="57969" y="56480"/>
                </a:cubicBezTo>
                <a:cubicBezTo>
                  <a:pt x="56778" y="56406"/>
                  <a:pt x="55401" y="56406"/>
                  <a:pt x="54025" y="56406"/>
                </a:cubicBezTo>
                <a:cubicBezTo>
                  <a:pt x="52648" y="56406"/>
                  <a:pt x="50416" y="56927"/>
                  <a:pt x="48518" y="58973"/>
                </a:cubicBezTo>
                <a:cubicBezTo>
                  <a:pt x="46620" y="61057"/>
                  <a:pt x="41300" y="66042"/>
                  <a:pt x="41300" y="76200"/>
                </a:cubicBezTo>
                <a:cubicBezTo>
                  <a:pt x="41300" y="86358"/>
                  <a:pt x="48704" y="96180"/>
                  <a:pt x="49709" y="97557"/>
                </a:cubicBezTo>
                <a:cubicBezTo>
                  <a:pt x="50750" y="98933"/>
                  <a:pt x="64257" y="119769"/>
                  <a:pt x="84981" y="128736"/>
                </a:cubicBezTo>
                <a:cubicBezTo>
                  <a:pt x="98078" y="134392"/>
                  <a:pt x="103212" y="134875"/>
                  <a:pt x="109761" y="133908"/>
                </a:cubicBezTo>
                <a:cubicBezTo>
                  <a:pt x="113742" y="133313"/>
                  <a:pt x="121965" y="128922"/>
                  <a:pt x="123676" y="124085"/>
                </a:cubicBezTo>
                <a:cubicBezTo>
                  <a:pt x="125388" y="119249"/>
                  <a:pt x="125388" y="115119"/>
                  <a:pt x="124867" y="114263"/>
                </a:cubicBezTo>
                <a:cubicBezTo>
                  <a:pt x="124383" y="113333"/>
                  <a:pt x="123006" y="112812"/>
                  <a:pt x="120960" y="11180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575221" y="4510925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75221" y="4701425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+91-XXXXX-XXXXX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244715" y="4625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7573328" y="4510925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Website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73328" y="4701425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www.ppf-monitoring.com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files.idyllic.app/2c184b22dad1d55479d886aab8f770732be0d57a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3B82F6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57850" y="1268741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40000"/>
                </a:srgbClr>
              </a:gs>
              <a:gs pos="100000">
                <a:srgbClr val="06B6D4">
                  <a:alpha val="40000"/>
                </a:srgbClr>
              </a:gs>
            </a:gsLst>
            <a:lin ang="2700000" scaled="1"/>
          </a:gradFill>
          <a:ln w="50800">
            <a:solidFill>
              <a:srgbClr val="3B82F6"/>
            </a:solidFill>
            <a:prstDash val="solid"/>
          </a:ln>
          <a:effectLst>
            <a:outerShdw sx="100000" sy="100000" kx="0" ky="0" algn="bl" rotWithShape="0" blurRad="190500" dist="50800" dir="2700000">
              <a:srgbClr val="3b82f6">
                <a:alpha val="3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5981" y="1535441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291197" y="46948"/>
                </a:moveTo>
                <a:cubicBezTo>
                  <a:pt x="300774" y="53913"/>
                  <a:pt x="302917" y="67308"/>
                  <a:pt x="295952" y="76885"/>
                </a:cubicBezTo>
                <a:lnTo>
                  <a:pt x="124502" y="312628"/>
                </a:lnTo>
                <a:cubicBezTo>
                  <a:pt x="120819" y="317718"/>
                  <a:pt x="115126" y="320866"/>
                  <a:pt x="108831" y="321402"/>
                </a:cubicBezTo>
                <a:cubicBezTo>
                  <a:pt x="102535" y="321938"/>
                  <a:pt x="96441" y="319594"/>
                  <a:pt x="92020" y="315173"/>
                </a:cubicBezTo>
                <a:lnTo>
                  <a:pt x="6295" y="229448"/>
                </a:lnTo>
                <a:cubicBezTo>
                  <a:pt x="-2076" y="221077"/>
                  <a:pt x="-2076" y="207481"/>
                  <a:pt x="6295" y="199110"/>
                </a:cubicBezTo>
                <a:cubicBezTo>
                  <a:pt x="14667" y="190738"/>
                  <a:pt x="28262" y="190738"/>
                  <a:pt x="36634" y="199110"/>
                </a:cubicBezTo>
                <a:lnTo>
                  <a:pt x="104611" y="267087"/>
                </a:lnTo>
                <a:lnTo>
                  <a:pt x="261327" y="51636"/>
                </a:lnTo>
                <a:cubicBezTo>
                  <a:pt x="268292" y="42059"/>
                  <a:pt x="281687" y="39916"/>
                  <a:pt x="291264" y="4688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4289584" y="2392691"/>
            <a:ext cx="3609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596" y="3230891"/>
            <a:ext cx="3409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007995" y="3882401"/>
            <a:ext cx="6179820" cy="1226820"/>
          </a:xfrm>
          <a:custGeom>
            <a:avLst/>
            <a:gdLst/>
            <a:ahLst/>
            <a:cxnLst/>
            <a:rect l="l" t="t" r="r" b="b"/>
            <a:pathLst>
              <a:path w="6179820" h="1226820">
                <a:moveTo>
                  <a:pt x="152396" y="0"/>
                </a:moveTo>
                <a:lnTo>
                  <a:pt x="6027424" y="0"/>
                </a:lnTo>
                <a:cubicBezTo>
                  <a:pt x="6111590" y="0"/>
                  <a:pt x="6179820" y="68230"/>
                  <a:pt x="6179820" y="152396"/>
                </a:cubicBezTo>
                <a:lnTo>
                  <a:pt x="6179820" y="1074424"/>
                </a:lnTo>
                <a:cubicBezTo>
                  <a:pt x="6179820" y="1158590"/>
                  <a:pt x="6111590" y="1226820"/>
                  <a:pt x="6027424" y="1226820"/>
                </a:cubicBezTo>
                <a:lnTo>
                  <a:pt x="152396" y="1226820"/>
                </a:lnTo>
                <a:cubicBezTo>
                  <a:pt x="68286" y="1226820"/>
                  <a:pt x="0" y="1158534"/>
                  <a:pt x="0" y="107442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01691" y="4114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3207068" y="4419600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02305" y="4648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info@ppf-monitoring.com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995868" y="41148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0066" y="43354"/>
                </a:moveTo>
                <a:cubicBezTo>
                  <a:pt x="151358" y="24601"/>
                  <a:pt x="126444" y="14288"/>
                  <a:pt x="99968" y="14288"/>
                </a:cubicBezTo>
                <a:cubicBezTo>
                  <a:pt x="45318" y="14288"/>
                  <a:pt x="848" y="58757"/>
                  <a:pt x="848" y="113407"/>
                </a:cubicBezTo>
                <a:cubicBezTo>
                  <a:pt x="848" y="130865"/>
                  <a:pt x="5402" y="147920"/>
                  <a:pt x="14064" y="162967"/>
                </a:cubicBezTo>
                <a:lnTo>
                  <a:pt x="0" y="214313"/>
                </a:lnTo>
                <a:lnTo>
                  <a:pt x="52551" y="200516"/>
                </a:lnTo>
                <a:cubicBezTo>
                  <a:pt x="67017" y="208419"/>
                  <a:pt x="83314" y="212571"/>
                  <a:pt x="99923" y="212571"/>
                </a:cubicBezTo>
                <a:lnTo>
                  <a:pt x="99968" y="212571"/>
                </a:lnTo>
                <a:cubicBezTo>
                  <a:pt x="154573" y="212571"/>
                  <a:pt x="200025" y="168101"/>
                  <a:pt x="200025" y="113452"/>
                </a:cubicBezTo>
                <a:cubicBezTo>
                  <a:pt x="200025" y="86975"/>
                  <a:pt x="188774" y="62106"/>
                  <a:pt x="170066" y="43354"/>
                </a:cubicBezTo>
                <a:close/>
                <a:moveTo>
                  <a:pt x="99968" y="195873"/>
                </a:moveTo>
                <a:cubicBezTo>
                  <a:pt x="85145" y="195873"/>
                  <a:pt x="70634" y="191899"/>
                  <a:pt x="57998" y="184398"/>
                </a:cubicBezTo>
                <a:lnTo>
                  <a:pt x="55007" y="182612"/>
                </a:lnTo>
                <a:lnTo>
                  <a:pt x="23842" y="190783"/>
                </a:lnTo>
                <a:lnTo>
                  <a:pt x="32147" y="160377"/>
                </a:lnTo>
                <a:lnTo>
                  <a:pt x="30182" y="157252"/>
                </a:lnTo>
                <a:cubicBezTo>
                  <a:pt x="21922" y="144125"/>
                  <a:pt x="17591" y="128989"/>
                  <a:pt x="17591" y="113407"/>
                </a:cubicBezTo>
                <a:cubicBezTo>
                  <a:pt x="17591" y="68000"/>
                  <a:pt x="54560" y="31031"/>
                  <a:pt x="100012" y="31031"/>
                </a:cubicBezTo>
                <a:cubicBezTo>
                  <a:pt x="122024" y="31031"/>
                  <a:pt x="142696" y="39603"/>
                  <a:pt x="158234" y="55185"/>
                </a:cubicBezTo>
                <a:cubicBezTo>
                  <a:pt x="173772" y="70768"/>
                  <a:pt x="183326" y="91440"/>
                  <a:pt x="183282" y="113452"/>
                </a:cubicBezTo>
                <a:cubicBezTo>
                  <a:pt x="183282" y="158904"/>
                  <a:pt x="145375" y="195873"/>
                  <a:pt x="99968" y="195873"/>
                </a:cubicBezTo>
                <a:close/>
                <a:moveTo>
                  <a:pt x="145152" y="134169"/>
                </a:moveTo>
                <a:cubicBezTo>
                  <a:pt x="142696" y="132918"/>
                  <a:pt x="130507" y="126936"/>
                  <a:pt x="128230" y="126132"/>
                </a:cubicBezTo>
                <a:cubicBezTo>
                  <a:pt x="125953" y="125284"/>
                  <a:pt x="124301" y="124882"/>
                  <a:pt x="122649" y="127382"/>
                </a:cubicBezTo>
                <a:cubicBezTo>
                  <a:pt x="120997" y="129882"/>
                  <a:pt x="116265" y="135419"/>
                  <a:pt x="114791" y="137115"/>
                </a:cubicBezTo>
                <a:cubicBezTo>
                  <a:pt x="113362" y="138767"/>
                  <a:pt x="111889" y="138991"/>
                  <a:pt x="109433" y="137740"/>
                </a:cubicBezTo>
                <a:cubicBezTo>
                  <a:pt x="94878" y="130463"/>
                  <a:pt x="85323" y="124748"/>
                  <a:pt x="75724" y="108272"/>
                </a:cubicBezTo>
                <a:cubicBezTo>
                  <a:pt x="73179" y="103897"/>
                  <a:pt x="78269" y="104209"/>
                  <a:pt x="83001" y="94744"/>
                </a:cubicBezTo>
                <a:cubicBezTo>
                  <a:pt x="83805" y="93092"/>
                  <a:pt x="83403" y="91663"/>
                  <a:pt x="82778" y="90413"/>
                </a:cubicBezTo>
                <a:cubicBezTo>
                  <a:pt x="82153" y="89163"/>
                  <a:pt x="77197" y="76974"/>
                  <a:pt x="75143" y="72018"/>
                </a:cubicBezTo>
                <a:cubicBezTo>
                  <a:pt x="73134" y="67196"/>
                  <a:pt x="71080" y="67866"/>
                  <a:pt x="69562" y="67776"/>
                </a:cubicBezTo>
                <a:cubicBezTo>
                  <a:pt x="68134" y="67687"/>
                  <a:pt x="66482" y="67687"/>
                  <a:pt x="64830" y="67687"/>
                </a:cubicBezTo>
                <a:cubicBezTo>
                  <a:pt x="63178" y="67687"/>
                  <a:pt x="60499" y="68312"/>
                  <a:pt x="58222" y="70768"/>
                </a:cubicBezTo>
                <a:cubicBezTo>
                  <a:pt x="55944" y="73268"/>
                  <a:pt x="49560" y="79251"/>
                  <a:pt x="49560" y="91440"/>
                </a:cubicBezTo>
                <a:cubicBezTo>
                  <a:pt x="49560" y="103629"/>
                  <a:pt x="58445" y="115416"/>
                  <a:pt x="59650" y="117068"/>
                </a:cubicBezTo>
                <a:cubicBezTo>
                  <a:pt x="60900" y="118720"/>
                  <a:pt x="77108" y="143723"/>
                  <a:pt x="101977" y="154484"/>
                </a:cubicBezTo>
                <a:cubicBezTo>
                  <a:pt x="117693" y="161270"/>
                  <a:pt x="123855" y="161851"/>
                  <a:pt x="131713" y="160690"/>
                </a:cubicBezTo>
                <a:cubicBezTo>
                  <a:pt x="136490" y="159975"/>
                  <a:pt x="146358" y="154707"/>
                  <a:pt x="148411" y="148903"/>
                </a:cubicBezTo>
                <a:cubicBezTo>
                  <a:pt x="150465" y="143098"/>
                  <a:pt x="150465" y="138142"/>
                  <a:pt x="149840" y="137115"/>
                </a:cubicBezTo>
                <a:cubicBezTo>
                  <a:pt x="149260" y="135999"/>
                  <a:pt x="147608" y="135374"/>
                  <a:pt x="145152" y="13416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5186958" y="4419600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82195" y="4648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+91-XXXXX-XXXXX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961472" y="4114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7166848" y="4419600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Website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162086" y="4648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www.ppf-monitoring.com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155281" y="544640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4345781" y="5417827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Security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720953" y="544640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16669"/>
                </a:moveTo>
                <a:cubicBezTo>
                  <a:pt x="37765" y="16669"/>
                  <a:pt x="20654" y="31592"/>
                  <a:pt x="17268" y="51230"/>
                </a:cubicBezTo>
                <a:cubicBezTo>
                  <a:pt x="19690" y="50449"/>
                  <a:pt x="22294" y="50006"/>
                  <a:pt x="25003" y="50006"/>
                </a:cubicBezTo>
                <a:lnTo>
                  <a:pt x="29170" y="50006"/>
                </a:lnTo>
                <a:cubicBezTo>
                  <a:pt x="36072" y="50006"/>
                  <a:pt x="41672" y="55606"/>
                  <a:pt x="41672" y="62508"/>
                </a:cubicBezTo>
                <a:lnTo>
                  <a:pt x="41672" y="87511"/>
                </a:lnTo>
                <a:cubicBezTo>
                  <a:pt x="41672" y="94413"/>
                  <a:pt x="36072" y="100013"/>
                  <a:pt x="29170" y="100013"/>
                </a:cubicBezTo>
                <a:lnTo>
                  <a:pt x="25003" y="100013"/>
                </a:lnTo>
                <a:cubicBezTo>
                  <a:pt x="11199" y="100013"/>
                  <a:pt x="0" y="88813"/>
                  <a:pt x="0" y="75009"/>
                </a:cubicBezTo>
                <a:lnTo>
                  <a:pt x="0" y="58341"/>
                </a:lnTo>
                <a:cubicBezTo>
                  <a:pt x="0" y="26123"/>
                  <a:pt x="26123" y="0"/>
                  <a:pt x="58341" y="0"/>
                </a:cubicBezTo>
                <a:cubicBezTo>
                  <a:pt x="90558" y="0"/>
                  <a:pt x="116681" y="26123"/>
                  <a:pt x="116681" y="58341"/>
                </a:cubicBezTo>
                <a:lnTo>
                  <a:pt x="116681" y="102122"/>
                </a:lnTo>
                <a:cubicBezTo>
                  <a:pt x="116681" y="119390"/>
                  <a:pt x="102669" y="133376"/>
                  <a:pt x="85401" y="133376"/>
                </a:cubicBezTo>
                <a:lnTo>
                  <a:pt x="62508" y="133350"/>
                </a:lnTo>
                <a:lnTo>
                  <a:pt x="54173" y="133350"/>
                </a:lnTo>
                <a:cubicBezTo>
                  <a:pt x="47272" y="133350"/>
                  <a:pt x="41672" y="127750"/>
                  <a:pt x="41672" y="120848"/>
                </a:cubicBezTo>
                <a:cubicBezTo>
                  <a:pt x="41672" y="113947"/>
                  <a:pt x="47272" y="108347"/>
                  <a:pt x="54173" y="108347"/>
                </a:cubicBezTo>
                <a:lnTo>
                  <a:pt x="62508" y="108347"/>
                </a:lnTo>
                <a:cubicBezTo>
                  <a:pt x="69410" y="108347"/>
                  <a:pt x="75009" y="113947"/>
                  <a:pt x="75009" y="120848"/>
                </a:cubicBezTo>
                <a:lnTo>
                  <a:pt x="75009" y="120848"/>
                </a:lnTo>
                <a:lnTo>
                  <a:pt x="85427" y="120848"/>
                </a:lnTo>
                <a:cubicBezTo>
                  <a:pt x="95793" y="120848"/>
                  <a:pt x="104180" y="112462"/>
                  <a:pt x="104180" y="102096"/>
                </a:cubicBezTo>
                <a:lnTo>
                  <a:pt x="104180" y="96653"/>
                </a:lnTo>
                <a:cubicBezTo>
                  <a:pt x="100507" y="98788"/>
                  <a:pt x="96236" y="99986"/>
                  <a:pt x="91678" y="99986"/>
                </a:cubicBezTo>
                <a:lnTo>
                  <a:pt x="87511" y="99986"/>
                </a:lnTo>
                <a:cubicBezTo>
                  <a:pt x="80609" y="99986"/>
                  <a:pt x="75009" y="94387"/>
                  <a:pt x="75009" y="87485"/>
                </a:cubicBezTo>
                <a:lnTo>
                  <a:pt x="75009" y="62482"/>
                </a:lnTo>
                <a:cubicBezTo>
                  <a:pt x="75009" y="55580"/>
                  <a:pt x="80609" y="49980"/>
                  <a:pt x="87511" y="49980"/>
                </a:cubicBezTo>
                <a:lnTo>
                  <a:pt x="91678" y="49980"/>
                </a:lnTo>
                <a:cubicBezTo>
                  <a:pt x="94387" y="49980"/>
                  <a:pt x="96965" y="50397"/>
                  <a:pt x="99413" y="51204"/>
                </a:cubicBezTo>
                <a:cubicBezTo>
                  <a:pt x="96028" y="31592"/>
                  <a:pt x="78942" y="16643"/>
                  <a:pt x="58341" y="1664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5903119" y="5417827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Support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916817" y="5446402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0" y="66675"/>
                </a:moveTo>
                <a:cubicBezTo>
                  <a:pt x="0" y="43651"/>
                  <a:pt x="18648" y="25003"/>
                  <a:pt x="41672" y="25003"/>
                </a:cubicBezTo>
                <a:cubicBezTo>
                  <a:pt x="54799" y="25003"/>
                  <a:pt x="67144" y="31176"/>
                  <a:pt x="75009" y="41672"/>
                </a:cubicBezTo>
                <a:lnTo>
                  <a:pt x="83344" y="52793"/>
                </a:lnTo>
                <a:lnTo>
                  <a:pt x="91678" y="41672"/>
                </a:lnTo>
                <a:cubicBezTo>
                  <a:pt x="99544" y="31176"/>
                  <a:pt x="111889" y="25003"/>
                  <a:pt x="125016" y="25003"/>
                </a:cubicBezTo>
                <a:cubicBezTo>
                  <a:pt x="148039" y="25003"/>
                  <a:pt x="166688" y="43651"/>
                  <a:pt x="166688" y="66675"/>
                </a:cubicBezTo>
                <a:cubicBezTo>
                  <a:pt x="166688" y="89699"/>
                  <a:pt x="148039" y="108347"/>
                  <a:pt x="125016" y="108347"/>
                </a:cubicBezTo>
                <a:cubicBezTo>
                  <a:pt x="111889" y="108347"/>
                  <a:pt x="99544" y="102174"/>
                  <a:pt x="91678" y="91678"/>
                </a:cubicBezTo>
                <a:lnTo>
                  <a:pt x="83344" y="80557"/>
                </a:lnTo>
                <a:lnTo>
                  <a:pt x="75009" y="91678"/>
                </a:lnTo>
                <a:cubicBezTo>
                  <a:pt x="67144" y="102174"/>
                  <a:pt x="54799" y="108347"/>
                  <a:pt x="41672" y="108347"/>
                </a:cubicBezTo>
                <a:cubicBezTo>
                  <a:pt x="18648" y="108347"/>
                  <a:pt x="0" y="89699"/>
                  <a:pt x="0" y="66675"/>
                </a:cubicBezTo>
                <a:close/>
                <a:moveTo>
                  <a:pt x="72926" y="66675"/>
                </a:moveTo>
                <a:lnTo>
                  <a:pt x="61674" y="51673"/>
                </a:lnTo>
                <a:cubicBezTo>
                  <a:pt x="56960" y="45370"/>
                  <a:pt x="49537" y="41672"/>
                  <a:pt x="41672" y="41672"/>
                </a:cubicBezTo>
                <a:cubicBezTo>
                  <a:pt x="27868" y="41672"/>
                  <a:pt x="16669" y="52871"/>
                  <a:pt x="16669" y="66675"/>
                </a:cubicBezTo>
                <a:cubicBezTo>
                  <a:pt x="16669" y="80479"/>
                  <a:pt x="27868" y="91678"/>
                  <a:pt x="41672" y="91678"/>
                </a:cubicBezTo>
                <a:cubicBezTo>
                  <a:pt x="49537" y="91678"/>
                  <a:pt x="56960" y="87980"/>
                  <a:pt x="61674" y="81677"/>
                </a:cubicBezTo>
                <a:lnTo>
                  <a:pt x="72926" y="66675"/>
                </a:lnTo>
                <a:close/>
                <a:moveTo>
                  <a:pt x="93762" y="66675"/>
                </a:moveTo>
                <a:lnTo>
                  <a:pt x="105013" y="81677"/>
                </a:lnTo>
                <a:cubicBezTo>
                  <a:pt x="109727" y="87980"/>
                  <a:pt x="117150" y="91678"/>
                  <a:pt x="125016" y="91678"/>
                </a:cubicBezTo>
                <a:cubicBezTo>
                  <a:pt x="138819" y="91678"/>
                  <a:pt x="150019" y="80479"/>
                  <a:pt x="150019" y="66675"/>
                </a:cubicBezTo>
                <a:cubicBezTo>
                  <a:pt x="150019" y="52871"/>
                  <a:pt x="138819" y="41672"/>
                  <a:pt x="125016" y="41672"/>
                </a:cubicBezTo>
                <a:cubicBezTo>
                  <a:pt x="117150" y="41672"/>
                  <a:pt x="109727" y="45370"/>
                  <a:pt x="105013" y="51673"/>
                </a:cubicBezTo>
                <a:lnTo>
                  <a:pt x="93762" y="66675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3" name="Text 20"/>
          <p:cNvSpPr/>
          <p:nvPr/>
        </p:nvSpPr>
        <p:spPr>
          <a:xfrm>
            <a:off x="7123986" y="5417827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Unlimited Scale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PPF Workshop Monitoring System</dc:title>
  <dc:subject>Smart PPF Workshop Monitoring System</dc:subject>
  <dc:creator>Kimi</dc:creator>
  <cp:lastModifiedBy>Kimi</cp:lastModifiedBy>
  <cp:revision>1</cp:revision>
  <dcterms:created xsi:type="dcterms:W3CDTF">2026-02-20T17:42:50Z</dcterms:created>
  <dcterms:modified xsi:type="dcterms:W3CDTF">2026-02-20T17:42:50Z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{"Label":"Smart PPF Workshop Monitoring System","ContentProducer":"001191110108MACG2KBH8F10000","ProduceID":"19c7c1b7-2202-88fe-8000-0000db35ebeb","ReservedCode1":"","ContentPropagator":"001191110108MACG2KBH8F20000","PropagateID":"19c7c1b7-2202-88fe-8000-0000db35ebeb","ReservedCode2":""}</vt:lpwstr>
  </property>
</Properties>
</file>