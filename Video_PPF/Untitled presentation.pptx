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0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2-25 at 6.50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101" y="521450"/>
            <a:ext cx="4351190" cy="1329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Screenshot 2026-02-25 at 6.52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697" y="3478783"/>
            <a:ext cx="4450598" cy="1329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Screenshot 2026-02-25 at 6.53.3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0700" y="2195598"/>
            <a:ext cx="1825501" cy="2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creenshot 2026-02-25 at 6.54.2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0700" y="2453750"/>
            <a:ext cx="22833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Screenshot 2026-02-25 at 6.55.10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17351" y="2259125"/>
            <a:ext cx="2325308" cy="132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Screenshot 2026-02-25 at 6.56.04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909" y="0"/>
            <a:ext cx="16002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Screenshot 2026-02-25 at 6.56.26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00975" y="154943"/>
            <a:ext cx="1825500" cy="25220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4721275" y="154838"/>
            <a:ext cx="786900" cy="25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BOOK SERVICE</a:t>
            </a:r>
            <a:endParaRPr sz="700"/>
          </a:p>
        </p:txBody>
      </p:sp>
      <p:pic>
        <p:nvPicPr>
          <p:cNvPr id="62" name="Google Shape;62;p13" title="Screenshot 2026-02-25 at 6.58.06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47396" y="109538"/>
            <a:ext cx="9048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5700075" y="158900"/>
            <a:ext cx="4989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LOGIN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